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Lst>
  <p:sldSz cx="18288000" cy="10287000"/>
  <p:notesSz cx="6858000" cy="9144000"/>
  <p:embeddedFontLst>
    <p:embeddedFont>
      <p:font typeface="Anton" pitchFamily="2" charset="0"/>
      <p:regular r:id="rId6"/>
    </p:embeddedFont>
    <p:embeddedFont>
      <p:font typeface="Archivo Black" panose="020B0604020202020204" charset="0"/>
      <p:regular r:id="rId7"/>
    </p:embeddedFont>
    <p:embeddedFont>
      <p:font typeface="Canva Student Font" panose="020B0604020202020204" charset="0"/>
      <p:regular r:id="rId8"/>
    </p:embeddedFont>
    <p:embeddedFont>
      <p:font typeface="Paytone One" panose="020B0604020202020204" charset="0"/>
      <p:regular r:id="rId9"/>
    </p:embeddedFont>
    <p:embeddedFont>
      <p:font typeface="Scripter" panose="020B0604020202020204" charset="0"/>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9" d="100"/>
          <a:sy n="49" d="100"/>
        </p:scale>
        <p:origin x="1042"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2026-04-22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s>
</file>

<file path=ppt/slides/_rels/slide2.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12.svg"/><Relationship Id="rId3" Type="http://schemas.openxmlformats.org/officeDocument/2006/relationships/image" Target="../media/image8.svg"/><Relationship Id="rId7" Type="http://schemas.openxmlformats.org/officeDocument/2006/relationships/image" Target="../media/image16.svg"/><Relationship Id="rId12"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30.svg"/><Relationship Id="rId5" Type="http://schemas.openxmlformats.org/officeDocument/2006/relationships/image" Target="../media/image10.svg"/><Relationship Id="rId15" Type="http://schemas.openxmlformats.org/officeDocument/2006/relationships/image" Target="../media/image26.svg"/><Relationship Id="rId10" Type="http://schemas.openxmlformats.org/officeDocument/2006/relationships/image" Target="../media/image29.png"/><Relationship Id="rId4" Type="http://schemas.openxmlformats.org/officeDocument/2006/relationships/image" Target="../media/image9.png"/><Relationship Id="rId9" Type="http://schemas.openxmlformats.org/officeDocument/2006/relationships/image" Target="../media/image28.svg"/><Relationship Id="rId14" Type="http://schemas.openxmlformats.org/officeDocument/2006/relationships/image" Target="../media/image25.png"/></Relationships>
</file>

<file path=ppt/slides/_rels/slide3.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svg"/><Relationship Id="rId18" Type="http://schemas.openxmlformats.org/officeDocument/2006/relationships/image" Target="../media/image47.svg"/><Relationship Id="rId3" Type="http://schemas.openxmlformats.org/officeDocument/2006/relationships/image" Target="../media/image32.png"/><Relationship Id="rId7" Type="http://schemas.openxmlformats.org/officeDocument/2006/relationships/image" Target="../media/image36.svg"/><Relationship Id="rId12" Type="http://schemas.openxmlformats.org/officeDocument/2006/relationships/image" Target="../media/image41.png"/><Relationship Id="rId17" Type="http://schemas.openxmlformats.org/officeDocument/2006/relationships/image" Target="../media/image46.png"/><Relationship Id="rId2" Type="http://schemas.openxmlformats.org/officeDocument/2006/relationships/image" Target="../media/image31.png"/><Relationship Id="rId16" Type="http://schemas.openxmlformats.org/officeDocument/2006/relationships/image" Target="../media/image45.svg"/><Relationship Id="rId20" Type="http://schemas.openxmlformats.org/officeDocument/2006/relationships/image" Target="../media/image49.svg"/><Relationship Id="rId1" Type="http://schemas.openxmlformats.org/officeDocument/2006/relationships/slideLayout" Target="../slideLayouts/slideLayout7.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svg"/><Relationship Id="rId15" Type="http://schemas.openxmlformats.org/officeDocument/2006/relationships/image" Target="../media/image44.png"/><Relationship Id="rId10" Type="http://schemas.openxmlformats.org/officeDocument/2006/relationships/image" Target="../media/image39.png"/><Relationship Id="rId19" Type="http://schemas.openxmlformats.org/officeDocument/2006/relationships/image" Target="../media/image48.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6.svg"/><Relationship Id="rId18" Type="http://schemas.openxmlformats.org/officeDocument/2006/relationships/image" Target="../media/image21.png"/><Relationship Id="rId26" Type="http://schemas.openxmlformats.org/officeDocument/2006/relationships/image" Target="../media/image11.png"/><Relationship Id="rId3" Type="http://schemas.openxmlformats.org/officeDocument/2006/relationships/image" Target="../media/image51.svg"/><Relationship Id="rId21" Type="http://schemas.openxmlformats.org/officeDocument/2006/relationships/image" Target="../media/image24.svg"/><Relationship Id="rId7" Type="http://schemas.openxmlformats.org/officeDocument/2006/relationships/image" Target="../media/image6.svg"/><Relationship Id="rId12" Type="http://schemas.openxmlformats.org/officeDocument/2006/relationships/image" Target="../media/image15.png"/><Relationship Id="rId17" Type="http://schemas.openxmlformats.org/officeDocument/2006/relationships/image" Target="../media/image20.svg"/><Relationship Id="rId25" Type="http://schemas.openxmlformats.org/officeDocument/2006/relationships/image" Target="../media/image55.svg"/><Relationship Id="rId2" Type="http://schemas.openxmlformats.org/officeDocument/2006/relationships/image" Target="../media/image50.png"/><Relationship Id="rId16" Type="http://schemas.openxmlformats.org/officeDocument/2006/relationships/image" Target="../media/image19.png"/><Relationship Id="rId20" Type="http://schemas.openxmlformats.org/officeDocument/2006/relationships/image" Target="../media/image23.png"/><Relationship Id="rId29" Type="http://schemas.openxmlformats.org/officeDocument/2006/relationships/image" Target="../media/image26.sv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54.png"/><Relationship Id="rId5" Type="http://schemas.openxmlformats.org/officeDocument/2006/relationships/image" Target="../media/image4.svg"/><Relationship Id="rId15" Type="http://schemas.openxmlformats.org/officeDocument/2006/relationships/image" Target="../media/image18.svg"/><Relationship Id="rId23" Type="http://schemas.openxmlformats.org/officeDocument/2006/relationships/image" Target="../media/image53.svg"/><Relationship Id="rId28" Type="http://schemas.openxmlformats.org/officeDocument/2006/relationships/image" Target="../media/image25.png"/><Relationship Id="rId10" Type="http://schemas.openxmlformats.org/officeDocument/2006/relationships/image" Target="../media/image9.png"/><Relationship Id="rId19" Type="http://schemas.openxmlformats.org/officeDocument/2006/relationships/image" Target="../media/image22.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7.png"/><Relationship Id="rId22" Type="http://schemas.openxmlformats.org/officeDocument/2006/relationships/image" Target="../media/image52.png"/><Relationship Id="rId27"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3F2"/>
        </a:solidFill>
        <a:effectLst/>
      </p:bgPr>
    </p:bg>
    <p:spTree>
      <p:nvGrpSpPr>
        <p:cNvPr id="1" name=""/>
        <p:cNvGrpSpPr/>
        <p:nvPr/>
      </p:nvGrpSpPr>
      <p:grpSpPr>
        <a:xfrm>
          <a:off x="0" y="0"/>
          <a:ext cx="0" cy="0"/>
          <a:chOff x="0" y="0"/>
          <a:chExt cx="0" cy="0"/>
        </a:xfrm>
      </p:grpSpPr>
      <p:sp>
        <p:nvSpPr>
          <p:cNvPr id="2" name="TextBox 2"/>
          <p:cNvSpPr txBox="1"/>
          <p:nvPr/>
        </p:nvSpPr>
        <p:spPr>
          <a:xfrm>
            <a:off x="5737414" y="2296902"/>
            <a:ext cx="10871962" cy="1441458"/>
          </a:xfrm>
          <a:prstGeom prst="rect">
            <a:avLst/>
          </a:prstGeom>
        </p:spPr>
        <p:txBody>
          <a:bodyPr lIns="0" tIns="0" rIns="0" bIns="0" rtlCol="0" anchor="t">
            <a:spAutoFit/>
          </a:bodyPr>
          <a:lstStyle/>
          <a:p>
            <a:pPr algn="ctr">
              <a:lnSpc>
                <a:spcPts val="11899"/>
              </a:lnSpc>
            </a:pPr>
            <a:r>
              <a:rPr lang="en-US" sz="8499">
                <a:solidFill>
                  <a:srgbClr val="2D4D8B"/>
                </a:solidFill>
                <a:latin typeface="Paytone One"/>
                <a:ea typeface="Paytone One"/>
                <a:cs typeface="Paytone One"/>
                <a:sym typeface="Paytone One"/>
              </a:rPr>
              <a:t>Giới thiệu về ngành</a:t>
            </a:r>
          </a:p>
        </p:txBody>
      </p:sp>
      <p:sp>
        <p:nvSpPr>
          <p:cNvPr id="3" name="Freeform 3"/>
          <p:cNvSpPr/>
          <p:nvPr/>
        </p:nvSpPr>
        <p:spPr>
          <a:xfrm>
            <a:off x="-707050" y="3208745"/>
            <a:ext cx="19702100" cy="5946452"/>
          </a:xfrm>
          <a:custGeom>
            <a:avLst/>
            <a:gdLst/>
            <a:ahLst/>
            <a:cxnLst/>
            <a:rect l="l" t="t" r="r" b="b"/>
            <a:pathLst>
              <a:path w="19702100" h="5946452">
                <a:moveTo>
                  <a:pt x="0" y="0"/>
                </a:moveTo>
                <a:lnTo>
                  <a:pt x="19702100" y="0"/>
                </a:lnTo>
                <a:lnTo>
                  <a:pt x="19702100" y="5946453"/>
                </a:lnTo>
                <a:lnTo>
                  <a:pt x="0" y="59464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078061" y="9057239"/>
            <a:ext cx="20073111" cy="1744111"/>
            <a:chOff x="0" y="0"/>
            <a:chExt cx="5286745" cy="459354"/>
          </a:xfrm>
        </p:grpSpPr>
        <p:sp>
          <p:nvSpPr>
            <p:cNvPr id="5" name="Freeform 5"/>
            <p:cNvSpPr/>
            <p:nvPr/>
          </p:nvSpPr>
          <p:spPr>
            <a:xfrm>
              <a:off x="0" y="0"/>
              <a:ext cx="5286746" cy="459354"/>
            </a:xfrm>
            <a:custGeom>
              <a:avLst/>
              <a:gdLst/>
              <a:ahLst/>
              <a:cxnLst/>
              <a:rect l="l" t="t" r="r" b="b"/>
              <a:pathLst>
                <a:path w="5286746" h="459354">
                  <a:moveTo>
                    <a:pt x="0" y="0"/>
                  </a:moveTo>
                  <a:lnTo>
                    <a:pt x="5286746" y="0"/>
                  </a:lnTo>
                  <a:lnTo>
                    <a:pt x="5286746" y="459354"/>
                  </a:lnTo>
                  <a:lnTo>
                    <a:pt x="0" y="459354"/>
                  </a:lnTo>
                  <a:close/>
                </a:path>
              </a:pathLst>
            </a:custGeom>
            <a:solidFill>
              <a:srgbClr val="A4B0DA"/>
            </a:solidFill>
            <a:ln w="38100" cap="sq">
              <a:solidFill>
                <a:srgbClr val="000000"/>
              </a:solidFill>
              <a:prstDash val="solid"/>
              <a:miter/>
            </a:ln>
          </p:spPr>
        </p:sp>
        <p:sp>
          <p:nvSpPr>
            <p:cNvPr id="6" name="TextBox 6"/>
            <p:cNvSpPr txBox="1"/>
            <p:nvPr/>
          </p:nvSpPr>
          <p:spPr>
            <a:xfrm>
              <a:off x="0" y="-38100"/>
              <a:ext cx="5286745" cy="497454"/>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409805" y="2540109"/>
            <a:ext cx="1513374" cy="1337273"/>
          </a:xfrm>
          <a:custGeom>
            <a:avLst/>
            <a:gdLst/>
            <a:ahLst/>
            <a:cxnLst/>
            <a:rect l="l" t="t" r="r" b="b"/>
            <a:pathLst>
              <a:path w="1513374" h="1337273">
                <a:moveTo>
                  <a:pt x="0" y="0"/>
                </a:moveTo>
                <a:lnTo>
                  <a:pt x="1513374" y="0"/>
                </a:lnTo>
                <a:lnTo>
                  <a:pt x="1513374" y="1337273"/>
                </a:lnTo>
                <a:lnTo>
                  <a:pt x="0" y="13372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810542" y="695058"/>
            <a:ext cx="3710801" cy="4114800"/>
          </a:xfrm>
          <a:custGeom>
            <a:avLst/>
            <a:gdLst/>
            <a:ahLst/>
            <a:cxnLst/>
            <a:rect l="l" t="t" r="r" b="b"/>
            <a:pathLst>
              <a:path w="3710801" h="4114800">
                <a:moveTo>
                  <a:pt x="0" y="0"/>
                </a:moveTo>
                <a:lnTo>
                  <a:pt x="3710802" y="0"/>
                </a:lnTo>
                <a:lnTo>
                  <a:pt x="37108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12970121" y="9458147"/>
            <a:ext cx="644401" cy="602222"/>
          </a:xfrm>
          <a:custGeom>
            <a:avLst/>
            <a:gdLst/>
            <a:ahLst/>
            <a:cxnLst/>
            <a:rect l="l" t="t" r="r" b="b"/>
            <a:pathLst>
              <a:path w="644401" h="602222">
                <a:moveTo>
                  <a:pt x="0" y="0"/>
                </a:moveTo>
                <a:lnTo>
                  <a:pt x="644401" y="0"/>
                </a:lnTo>
                <a:lnTo>
                  <a:pt x="644401" y="602222"/>
                </a:lnTo>
                <a:lnTo>
                  <a:pt x="0" y="60222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5123675" y="9532139"/>
            <a:ext cx="857967" cy="415578"/>
          </a:xfrm>
          <a:custGeom>
            <a:avLst/>
            <a:gdLst/>
            <a:ahLst/>
            <a:cxnLst/>
            <a:rect l="l" t="t" r="r" b="b"/>
            <a:pathLst>
              <a:path w="857967" h="415578">
                <a:moveTo>
                  <a:pt x="0" y="0"/>
                </a:moveTo>
                <a:lnTo>
                  <a:pt x="857967" y="0"/>
                </a:lnTo>
                <a:lnTo>
                  <a:pt x="857967" y="415578"/>
                </a:lnTo>
                <a:lnTo>
                  <a:pt x="0" y="41557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a:off x="1426012" y="9291514"/>
            <a:ext cx="4917093" cy="768855"/>
          </a:xfrm>
          <a:custGeom>
            <a:avLst/>
            <a:gdLst/>
            <a:ahLst/>
            <a:cxnLst/>
            <a:rect l="l" t="t" r="r" b="b"/>
            <a:pathLst>
              <a:path w="4917093" h="768855">
                <a:moveTo>
                  <a:pt x="0" y="0"/>
                </a:moveTo>
                <a:lnTo>
                  <a:pt x="4917094" y="0"/>
                </a:lnTo>
                <a:lnTo>
                  <a:pt x="4917094" y="768855"/>
                </a:lnTo>
                <a:lnTo>
                  <a:pt x="0" y="76885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2" name="Freeform 12"/>
          <p:cNvSpPr/>
          <p:nvPr/>
        </p:nvSpPr>
        <p:spPr>
          <a:xfrm rot="-3752441">
            <a:off x="16502613" y="360064"/>
            <a:ext cx="1513374" cy="1337273"/>
          </a:xfrm>
          <a:custGeom>
            <a:avLst/>
            <a:gdLst/>
            <a:ahLst/>
            <a:cxnLst/>
            <a:rect l="l" t="t" r="r" b="b"/>
            <a:pathLst>
              <a:path w="1513374" h="1337273">
                <a:moveTo>
                  <a:pt x="0" y="0"/>
                </a:moveTo>
                <a:lnTo>
                  <a:pt x="1513374" y="0"/>
                </a:lnTo>
                <a:lnTo>
                  <a:pt x="1513374" y="1337272"/>
                </a:lnTo>
                <a:lnTo>
                  <a:pt x="0" y="13372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3488018" y="7483051"/>
            <a:ext cx="1513374" cy="1337273"/>
          </a:xfrm>
          <a:custGeom>
            <a:avLst/>
            <a:gdLst/>
            <a:ahLst/>
            <a:cxnLst/>
            <a:rect l="l" t="t" r="r" b="b"/>
            <a:pathLst>
              <a:path w="1513374" h="1337273">
                <a:moveTo>
                  <a:pt x="0" y="0"/>
                </a:moveTo>
                <a:lnTo>
                  <a:pt x="1513375" y="0"/>
                </a:lnTo>
                <a:lnTo>
                  <a:pt x="1513375" y="1337273"/>
                </a:lnTo>
                <a:lnTo>
                  <a:pt x="0" y="13372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a:off x="4391095" y="4844699"/>
            <a:ext cx="1513374" cy="1337273"/>
          </a:xfrm>
          <a:custGeom>
            <a:avLst/>
            <a:gdLst/>
            <a:ahLst/>
            <a:cxnLst/>
            <a:rect l="l" t="t" r="r" b="b"/>
            <a:pathLst>
              <a:path w="1513374" h="1337273">
                <a:moveTo>
                  <a:pt x="0" y="0"/>
                </a:moveTo>
                <a:lnTo>
                  <a:pt x="1513374" y="0"/>
                </a:lnTo>
                <a:lnTo>
                  <a:pt x="1513374" y="1337273"/>
                </a:lnTo>
                <a:lnTo>
                  <a:pt x="0" y="13372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Freeform 15"/>
          <p:cNvSpPr/>
          <p:nvPr/>
        </p:nvSpPr>
        <p:spPr>
          <a:xfrm>
            <a:off x="12213434" y="7483051"/>
            <a:ext cx="1513374" cy="1337273"/>
          </a:xfrm>
          <a:custGeom>
            <a:avLst/>
            <a:gdLst/>
            <a:ahLst/>
            <a:cxnLst/>
            <a:rect l="l" t="t" r="r" b="b"/>
            <a:pathLst>
              <a:path w="1513374" h="1337273">
                <a:moveTo>
                  <a:pt x="0" y="0"/>
                </a:moveTo>
                <a:lnTo>
                  <a:pt x="1513374" y="0"/>
                </a:lnTo>
                <a:lnTo>
                  <a:pt x="1513374" y="1337273"/>
                </a:lnTo>
                <a:lnTo>
                  <a:pt x="0" y="13372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6706851" y="6145779"/>
            <a:ext cx="1513374" cy="1337273"/>
          </a:xfrm>
          <a:custGeom>
            <a:avLst/>
            <a:gdLst/>
            <a:ahLst/>
            <a:cxnLst/>
            <a:rect l="l" t="t" r="r" b="b"/>
            <a:pathLst>
              <a:path w="1513374" h="1337273">
                <a:moveTo>
                  <a:pt x="0" y="0"/>
                </a:moveTo>
                <a:lnTo>
                  <a:pt x="1513374" y="0"/>
                </a:lnTo>
                <a:lnTo>
                  <a:pt x="1513374" y="1337272"/>
                </a:lnTo>
                <a:lnTo>
                  <a:pt x="0" y="13372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Freeform 17"/>
          <p:cNvSpPr/>
          <p:nvPr/>
        </p:nvSpPr>
        <p:spPr>
          <a:xfrm>
            <a:off x="4521344" y="360064"/>
            <a:ext cx="1513374" cy="1337273"/>
          </a:xfrm>
          <a:custGeom>
            <a:avLst/>
            <a:gdLst/>
            <a:ahLst/>
            <a:cxnLst/>
            <a:rect l="l" t="t" r="r" b="b"/>
            <a:pathLst>
              <a:path w="1513374" h="1337273">
                <a:moveTo>
                  <a:pt x="0" y="0"/>
                </a:moveTo>
                <a:lnTo>
                  <a:pt x="1513374" y="0"/>
                </a:lnTo>
                <a:lnTo>
                  <a:pt x="1513374" y="1337272"/>
                </a:lnTo>
                <a:lnTo>
                  <a:pt x="0" y="13372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p:cNvSpPr/>
          <p:nvPr/>
        </p:nvSpPr>
        <p:spPr>
          <a:xfrm rot="-6247378">
            <a:off x="10419207" y="277271"/>
            <a:ext cx="1513374" cy="1337273"/>
          </a:xfrm>
          <a:custGeom>
            <a:avLst/>
            <a:gdLst/>
            <a:ahLst/>
            <a:cxnLst/>
            <a:rect l="l" t="t" r="r" b="b"/>
            <a:pathLst>
              <a:path w="1513374" h="1337273">
                <a:moveTo>
                  <a:pt x="0" y="0"/>
                </a:moveTo>
                <a:lnTo>
                  <a:pt x="1513375" y="0"/>
                </a:lnTo>
                <a:lnTo>
                  <a:pt x="1513375" y="1337273"/>
                </a:lnTo>
                <a:lnTo>
                  <a:pt x="0" y="13372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9" name="Freeform 19"/>
          <p:cNvSpPr/>
          <p:nvPr/>
        </p:nvSpPr>
        <p:spPr>
          <a:xfrm>
            <a:off x="5166832" y="1028700"/>
            <a:ext cx="12315756" cy="7456630"/>
          </a:xfrm>
          <a:custGeom>
            <a:avLst/>
            <a:gdLst/>
            <a:ahLst/>
            <a:cxnLst/>
            <a:rect l="l" t="t" r="r" b="b"/>
            <a:pathLst>
              <a:path w="12315756" h="7456630">
                <a:moveTo>
                  <a:pt x="0" y="0"/>
                </a:moveTo>
                <a:lnTo>
                  <a:pt x="12315756" y="0"/>
                </a:lnTo>
                <a:lnTo>
                  <a:pt x="12315756" y="7456630"/>
                </a:lnTo>
                <a:lnTo>
                  <a:pt x="0" y="745663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0" name="Freeform 20"/>
          <p:cNvSpPr/>
          <p:nvPr/>
        </p:nvSpPr>
        <p:spPr>
          <a:xfrm>
            <a:off x="13985997" y="9458147"/>
            <a:ext cx="761570" cy="563562"/>
          </a:xfrm>
          <a:custGeom>
            <a:avLst/>
            <a:gdLst/>
            <a:ahLst/>
            <a:cxnLst/>
            <a:rect l="l" t="t" r="r" b="b"/>
            <a:pathLst>
              <a:path w="761570" h="563562">
                <a:moveTo>
                  <a:pt x="0" y="0"/>
                </a:moveTo>
                <a:lnTo>
                  <a:pt x="761570" y="0"/>
                </a:lnTo>
                <a:lnTo>
                  <a:pt x="761570" y="563562"/>
                </a:lnTo>
                <a:lnTo>
                  <a:pt x="0" y="56356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1" name="Freeform 21"/>
          <p:cNvSpPr/>
          <p:nvPr/>
        </p:nvSpPr>
        <p:spPr>
          <a:xfrm>
            <a:off x="1028700" y="5479959"/>
            <a:ext cx="1404025" cy="1404025"/>
          </a:xfrm>
          <a:custGeom>
            <a:avLst/>
            <a:gdLst/>
            <a:ahLst/>
            <a:cxnLst/>
            <a:rect l="l" t="t" r="r" b="b"/>
            <a:pathLst>
              <a:path w="1404025" h="1404025">
                <a:moveTo>
                  <a:pt x="0" y="0"/>
                </a:moveTo>
                <a:lnTo>
                  <a:pt x="1404025" y="0"/>
                </a:lnTo>
                <a:lnTo>
                  <a:pt x="1404025" y="1404025"/>
                </a:lnTo>
                <a:lnTo>
                  <a:pt x="0" y="1404025"/>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2" name="Freeform 22"/>
          <p:cNvSpPr/>
          <p:nvPr/>
        </p:nvSpPr>
        <p:spPr>
          <a:xfrm>
            <a:off x="2989053" y="5853012"/>
            <a:ext cx="1489119" cy="657920"/>
          </a:xfrm>
          <a:custGeom>
            <a:avLst/>
            <a:gdLst/>
            <a:ahLst/>
            <a:cxnLst/>
            <a:rect l="l" t="t" r="r" b="b"/>
            <a:pathLst>
              <a:path w="1489119" h="657920">
                <a:moveTo>
                  <a:pt x="0" y="0"/>
                </a:moveTo>
                <a:lnTo>
                  <a:pt x="1489119" y="0"/>
                </a:lnTo>
                <a:lnTo>
                  <a:pt x="1489119" y="657920"/>
                </a:lnTo>
                <a:lnTo>
                  <a:pt x="0" y="65792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23" name="Freeform 23"/>
          <p:cNvSpPr/>
          <p:nvPr/>
        </p:nvSpPr>
        <p:spPr>
          <a:xfrm>
            <a:off x="3160564" y="7000847"/>
            <a:ext cx="1146097" cy="1587791"/>
          </a:xfrm>
          <a:custGeom>
            <a:avLst/>
            <a:gdLst/>
            <a:ahLst/>
            <a:cxnLst/>
            <a:rect l="l" t="t" r="r" b="b"/>
            <a:pathLst>
              <a:path w="1146097" h="1587791">
                <a:moveTo>
                  <a:pt x="0" y="0"/>
                </a:moveTo>
                <a:lnTo>
                  <a:pt x="1146097" y="0"/>
                </a:lnTo>
                <a:lnTo>
                  <a:pt x="1146097" y="1587791"/>
                </a:lnTo>
                <a:lnTo>
                  <a:pt x="0" y="1587791"/>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24" name="Freeform 24"/>
          <p:cNvSpPr/>
          <p:nvPr/>
        </p:nvSpPr>
        <p:spPr>
          <a:xfrm rot="-2700000">
            <a:off x="1101326" y="7174767"/>
            <a:ext cx="1404025" cy="1404025"/>
          </a:xfrm>
          <a:custGeom>
            <a:avLst/>
            <a:gdLst/>
            <a:ahLst/>
            <a:cxnLst/>
            <a:rect l="l" t="t" r="r" b="b"/>
            <a:pathLst>
              <a:path w="1404025" h="1404025">
                <a:moveTo>
                  <a:pt x="0" y="0"/>
                </a:moveTo>
                <a:lnTo>
                  <a:pt x="1404025" y="0"/>
                </a:lnTo>
                <a:lnTo>
                  <a:pt x="1404025" y="1404025"/>
                </a:lnTo>
                <a:lnTo>
                  <a:pt x="0" y="1404025"/>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grpSp>
        <p:nvGrpSpPr>
          <p:cNvPr id="25" name="Group 25"/>
          <p:cNvGrpSpPr/>
          <p:nvPr/>
        </p:nvGrpSpPr>
        <p:grpSpPr>
          <a:xfrm>
            <a:off x="3488018" y="7000847"/>
            <a:ext cx="555356" cy="555356"/>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A50"/>
            </a:solidFill>
            <a:ln w="57150" cap="sq">
              <a:solidFill>
                <a:srgbClr val="2D2828"/>
              </a:solidFill>
              <a:prstDash val="solid"/>
              <a:miter/>
            </a:ln>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8" name="Group 28"/>
          <p:cNvGrpSpPr/>
          <p:nvPr/>
        </p:nvGrpSpPr>
        <p:grpSpPr>
          <a:xfrm>
            <a:off x="3455934" y="8039775"/>
            <a:ext cx="555356" cy="555356"/>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A50"/>
            </a:solidFill>
            <a:ln w="57150" cap="sq">
              <a:solidFill>
                <a:srgbClr val="2D2828"/>
              </a:solidFill>
              <a:prstDash val="solid"/>
              <a:miter/>
            </a:ln>
          </p:spPr>
        </p:sp>
        <p:sp>
          <p:nvSpPr>
            <p:cNvPr id="30" name="TextBox 3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1" name="Group 31"/>
          <p:cNvGrpSpPr/>
          <p:nvPr/>
        </p:nvGrpSpPr>
        <p:grpSpPr>
          <a:xfrm>
            <a:off x="5489132" y="2344906"/>
            <a:ext cx="11671156" cy="5500116"/>
            <a:chOff x="0" y="0"/>
            <a:chExt cx="3073908" cy="1448689"/>
          </a:xfrm>
        </p:grpSpPr>
        <p:sp>
          <p:nvSpPr>
            <p:cNvPr id="32" name="Freeform 32"/>
            <p:cNvSpPr/>
            <p:nvPr/>
          </p:nvSpPr>
          <p:spPr>
            <a:xfrm>
              <a:off x="0" y="0"/>
              <a:ext cx="3073908" cy="1448689"/>
            </a:xfrm>
            <a:custGeom>
              <a:avLst/>
              <a:gdLst/>
              <a:ahLst/>
              <a:cxnLst/>
              <a:rect l="l" t="t" r="r" b="b"/>
              <a:pathLst>
                <a:path w="3073908" h="1448689">
                  <a:moveTo>
                    <a:pt x="3073908" y="42454"/>
                  </a:moveTo>
                  <a:lnTo>
                    <a:pt x="3073908" y="1406235"/>
                  </a:lnTo>
                  <a:cubicBezTo>
                    <a:pt x="3073908" y="1417495"/>
                    <a:pt x="3069435" y="1428293"/>
                    <a:pt x="3061474" y="1436255"/>
                  </a:cubicBezTo>
                  <a:cubicBezTo>
                    <a:pt x="3053512" y="1444216"/>
                    <a:pt x="3042714" y="1448689"/>
                    <a:pt x="3031454" y="1448689"/>
                  </a:cubicBezTo>
                  <a:lnTo>
                    <a:pt x="42454" y="1448689"/>
                  </a:lnTo>
                  <a:cubicBezTo>
                    <a:pt x="31194" y="1448689"/>
                    <a:pt x="20396" y="1444216"/>
                    <a:pt x="12434" y="1436255"/>
                  </a:cubicBezTo>
                  <a:cubicBezTo>
                    <a:pt x="4473" y="1428293"/>
                    <a:pt x="0" y="1417495"/>
                    <a:pt x="0" y="1406235"/>
                  </a:cubicBezTo>
                  <a:lnTo>
                    <a:pt x="0" y="42454"/>
                  </a:lnTo>
                  <a:cubicBezTo>
                    <a:pt x="0" y="31194"/>
                    <a:pt x="4473" y="20396"/>
                    <a:pt x="12434" y="12434"/>
                  </a:cubicBezTo>
                  <a:cubicBezTo>
                    <a:pt x="20396" y="4473"/>
                    <a:pt x="31194" y="0"/>
                    <a:pt x="42454" y="0"/>
                  </a:cubicBezTo>
                  <a:lnTo>
                    <a:pt x="3031454" y="0"/>
                  </a:lnTo>
                  <a:cubicBezTo>
                    <a:pt x="3042714" y="0"/>
                    <a:pt x="3053512" y="4473"/>
                    <a:pt x="3061474" y="12434"/>
                  </a:cubicBezTo>
                  <a:cubicBezTo>
                    <a:pt x="3069435" y="20396"/>
                    <a:pt x="3073908" y="31194"/>
                    <a:pt x="3073908" y="42454"/>
                  </a:cubicBezTo>
                  <a:close/>
                </a:path>
              </a:pathLst>
            </a:custGeom>
            <a:solidFill>
              <a:srgbClr val="F9F3F2"/>
            </a:solidFill>
          </p:spPr>
        </p:sp>
        <p:sp>
          <p:nvSpPr>
            <p:cNvPr id="33" name="TextBox 33"/>
            <p:cNvSpPr txBox="1"/>
            <p:nvPr/>
          </p:nvSpPr>
          <p:spPr>
            <a:xfrm>
              <a:off x="0" y="-38100"/>
              <a:ext cx="3073908" cy="1486789"/>
            </a:xfrm>
            <a:prstGeom prst="rect">
              <a:avLst/>
            </a:prstGeom>
          </p:spPr>
          <p:txBody>
            <a:bodyPr lIns="50800" tIns="50800" rIns="50800" bIns="50800" rtlCol="0" anchor="ctr"/>
            <a:lstStyle/>
            <a:p>
              <a:pPr algn="ctr">
                <a:lnSpc>
                  <a:spcPts val="2659"/>
                </a:lnSpc>
              </a:pPr>
              <a:endParaRPr/>
            </a:p>
          </p:txBody>
        </p:sp>
      </p:grpSp>
      <p:grpSp>
        <p:nvGrpSpPr>
          <p:cNvPr id="34" name="Group 34"/>
          <p:cNvGrpSpPr/>
          <p:nvPr/>
        </p:nvGrpSpPr>
        <p:grpSpPr>
          <a:xfrm>
            <a:off x="8360793" y="6266463"/>
            <a:ext cx="5625204" cy="1235042"/>
            <a:chOff x="0" y="0"/>
            <a:chExt cx="1481535" cy="325278"/>
          </a:xfrm>
        </p:grpSpPr>
        <p:sp>
          <p:nvSpPr>
            <p:cNvPr id="35" name="Freeform 35"/>
            <p:cNvSpPr/>
            <p:nvPr/>
          </p:nvSpPr>
          <p:spPr>
            <a:xfrm>
              <a:off x="0" y="0"/>
              <a:ext cx="1481535" cy="325278"/>
            </a:xfrm>
            <a:custGeom>
              <a:avLst/>
              <a:gdLst/>
              <a:ahLst/>
              <a:cxnLst/>
              <a:rect l="l" t="t" r="r" b="b"/>
              <a:pathLst>
                <a:path w="1481535" h="325278">
                  <a:moveTo>
                    <a:pt x="46794" y="0"/>
                  </a:moveTo>
                  <a:lnTo>
                    <a:pt x="1434741" y="0"/>
                  </a:lnTo>
                  <a:cubicBezTo>
                    <a:pt x="1447152" y="0"/>
                    <a:pt x="1459054" y="4930"/>
                    <a:pt x="1467829" y="13706"/>
                  </a:cubicBezTo>
                  <a:cubicBezTo>
                    <a:pt x="1476605" y="22481"/>
                    <a:pt x="1481535" y="34383"/>
                    <a:pt x="1481535" y="46794"/>
                  </a:cubicBezTo>
                  <a:lnTo>
                    <a:pt x="1481535" y="278485"/>
                  </a:lnTo>
                  <a:cubicBezTo>
                    <a:pt x="1481535" y="290895"/>
                    <a:pt x="1476605" y="302797"/>
                    <a:pt x="1467829" y="311573"/>
                  </a:cubicBezTo>
                  <a:cubicBezTo>
                    <a:pt x="1459054" y="320348"/>
                    <a:pt x="1447152" y="325278"/>
                    <a:pt x="1434741" y="325278"/>
                  </a:cubicBezTo>
                  <a:lnTo>
                    <a:pt x="46794" y="325278"/>
                  </a:lnTo>
                  <a:cubicBezTo>
                    <a:pt x="34383" y="325278"/>
                    <a:pt x="22481" y="320348"/>
                    <a:pt x="13706" y="311573"/>
                  </a:cubicBezTo>
                  <a:cubicBezTo>
                    <a:pt x="4930" y="302797"/>
                    <a:pt x="0" y="290895"/>
                    <a:pt x="0" y="278485"/>
                  </a:cubicBezTo>
                  <a:lnTo>
                    <a:pt x="0" y="46794"/>
                  </a:lnTo>
                  <a:cubicBezTo>
                    <a:pt x="0" y="34383"/>
                    <a:pt x="4930" y="22481"/>
                    <a:pt x="13706" y="13706"/>
                  </a:cubicBezTo>
                  <a:cubicBezTo>
                    <a:pt x="22481" y="4930"/>
                    <a:pt x="34383" y="0"/>
                    <a:pt x="46794" y="0"/>
                  </a:cubicBezTo>
                  <a:close/>
                </a:path>
              </a:pathLst>
            </a:custGeom>
            <a:solidFill>
              <a:srgbClr val="FFDA50"/>
            </a:solidFill>
            <a:ln w="38100" cap="rnd">
              <a:solidFill>
                <a:srgbClr val="000000"/>
              </a:solidFill>
              <a:prstDash val="solid"/>
              <a:round/>
            </a:ln>
          </p:spPr>
        </p:sp>
        <p:sp>
          <p:nvSpPr>
            <p:cNvPr id="36" name="TextBox 36"/>
            <p:cNvSpPr txBox="1"/>
            <p:nvPr/>
          </p:nvSpPr>
          <p:spPr>
            <a:xfrm>
              <a:off x="0" y="-38100"/>
              <a:ext cx="1481535" cy="363378"/>
            </a:xfrm>
            <a:prstGeom prst="rect">
              <a:avLst/>
            </a:prstGeom>
          </p:spPr>
          <p:txBody>
            <a:bodyPr lIns="50800" tIns="50800" rIns="50800" bIns="50800" rtlCol="0" anchor="ctr"/>
            <a:lstStyle/>
            <a:p>
              <a:pPr algn="ctr">
                <a:lnSpc>
                  <a:spcPts val="2659"/>
                </a:lnSpc>
              </a:pPr>
              <a:endParaRPr/>
            </a:p>
          </p:txBody>
        </p:sp>
      </p:grpSp>
      <p:sp>
        <p:nvSpPr>
          <p:cNvPr id="37" name="Freeform 37"/>
          <p:cNvSpPr/>
          <p:nvPr/>
        </p:nvSpPr>
        <p:spPr>
          <a:xfrm>
            <a:off x="409805" y="9265466"/>
            <a:ext cx="750099" cy="794903"/>
          </a:xfrm>
          <a:custGeom>
            <a:avLst/>
            <a:gdLst/>
            <a:ahLst/>
            <a:cxnLst/>
            <a:rect l="l" t="t" r="r" b="b"/>
            <a:pathLst>
              <a:path w="750099" h="794903">
                <a:moveTo>
                  <a:pt x="0" y="0"/>
                </a:moveTo>
                <a:lnTo>
                  <a:pt x="750099" y="0"/>
                </a:lnTo>
                <a:lnTo>
                  <a:pt x="750099" y="794903"/>
                </a:lnTo>
                <a:lnTo>
                  <a:pt x="0" y="794903"/>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38" name="TextBox 38"/>
          <p:cNvSpPr txBox="1"/>
          <p:nvPr/>
        </p:nvSpPr>
        <p:spPr>
          <a:xfrm>
            <a:off x="15981642" y="9163050"/>
            <a:ext cx="2061112" cy="1028700"/>
          </a:xfrm>
          <a:prstGeom prst="rect">
            <a:avLst/>
          </a:prstGeom>
        </p:spPr>
        <p:txBody>
          <a:bodyPr lIns="0" tIns="0" rIns="0" bIns="0" rtlCol="0" anchor="t">
            <a:spAutoFit/>
          </a:bodyPr>
          <a:lstStyle/>
          <a:p>
            <a:pPr algn="r">
              <a:lnSpc>
                <a:spcPts val="4480"/>
              </a:lnSpc>
            </a:pPr>
            <a:r>
              <a:rPr lang="en-US" sz="3200">
                <a:solidFill>
                  <a:srgbClr val="2D2828"/>
                </a:solidFill>
                <a:latin typeface="Canva Student Font"/>
                <a:ea typeface="Canva Student Font"/>
                <a:cs typeface="Canva Student Font"/>
                <a:sym typeface="Canva Student Font"/>
              </a:rPr>
              <a:t>9:57 am</a:t>
            </a:r>
          </a:p>
          <a:p>
            <a:pPr algn="r">
              <a:lnSpc>
                <a:spcPts val="3200"/>
              </a:lnSpc>
            </a:pPr>
            <a:r>
              <a:rPr lang="en-US" sz="3200">
                <a:solidFill>
                  <a:srgbClr val="2D2828"/>
                </a:solidFill>
                <a:latin typeface="Canva Student Font"/>
                <a:ea typeface="Canva Student Font"/>
                <a:cs typeface="Canva Student Font"/>
                <a:sym typeface="Canva Student Font"/>
              </a:rPr>
              <a:t>24/07/2025</a:t>
            </a:r>
          </a:p>
        </p:txBody>
      </p:sp>
      <p:sp>
        <p:nvSpPr>
          <p:cNvPr id="39" name="TextBox 39"/>
          <p:cNvSpPr txBox="1"/>
          <p:nvPr/>
        </p:nvSpPr>
        <p:spPr>
          <a:xfrm>
            <a:off x="9762125" y="6344255"/>
            <a:ext cx="2822539" cy="1170307"/>
          </a:xfrm>
          <a:prstGeom prst="rect">
            <a:avLst/>
          </a:prstGeom>
        </p:spPr>
        <p:txBody>
          <a:bodyPr lIns="0" tIns="0" rIns="0" bIns="0" rtlCol="0" anchor="t">
            <a:spAutoFit/>
          </a:bodyPr>
          <a:lstStyle/>
          <a:p>
            <a:pPr algn="ctr">
              <a:lnSpc>
                <a:spcPts val="9519"/>
              </a:lnSpc>
            </a:pPr>
            <a:r>
              <a:rPr lang="en-US" sz="6799" dirty="0">
                <a:solidFill>
                  <a:srgbClr val="2D2828"/>
                </a:solidFill>
                <a:latin typeface="Canva Student Font"/>
                <a:ea typeface="Canva Student Font"/>
                <a:cs typeface="Canva Student Font"/>
                <a:sym typeface="Canva Student Font"/>
              </a:rPr>
              <a:t>OPEN</a:t>
            </a:r>
          </a:p>
        </p:txBody>
      </p:sp>
      <p:sp>
        <p:nvSpPr>
          <p:cNvPr id="40" name="TextBox 40"/>
          <p:cNvSpPr txBox="1"/>
          <p:nvPr/>
        </p:nvSpPr>
        <p:spPr>
          <a:xfrm>
            <a:off x="5888729" y="2296902"/>
            <a:ext cx="10871962" cy="1441458"/>
          </a:xfrm>
          <a:prstGeom prst="rect">
            <a:avLst/>
          </a:prstGeom>
        </p:spPr>
        <p:txBody>
          <a:bodyPr lIns="0" tIns="0" rIns="0" bIns="0" rtlCol="0" anchor="t">
            <a:spAutoFit/>
          </a:bodyPr>
          <a:lstStyle/>
          <a:p>
            <a:pPr algn="ctr">
              <a:lnSpc>
                <a:spcPts val="11899"/>
              </a:lnSpc>
            </a:pPr>
            <a:r>
              <a:rPr lang="en-US" sz="8499" dirty="0" err="1">
                <a:solidFill>
                  <a:srgbClr val="2D4D8B"/>
                </a:solidFill>
                <a:latin typeface="Paytone One"/>
                <a:ea typeface="Paytone One"/>
                <a:cs typeface="Paytone One"/>
                <a:sym typeface="Paytone One"/>
              </a:rPr>
              <a:t>Giới</a:t>
            </a:r>
            <a:r>
              <a:rPr lang="en-US" sz="8499" dirty="0">
                <a:solidFill>
                  <a:srgbClr val="2D4D8B"/>
                </a:solidFill>
                <a:latin typeface="Paytone One"/>
                <a:ea typeface="Paytone One"/>
                <a:cs typeface="Paytone One"/>
                <a:sym typeface="Paytone One"/>
              </a:rPr>
              <a:t> </a:t>
            </a:r>
            <a:r>
              <a:rPr lang="en-US" sz="8499" dirty="0" err="1">
                <a:solidFill>
                  <a:srgbClr val="2D4D8B"/>
                </a:solidFill>
                <a:latin typeface="Paytone One"/>
                <a:ea typeface="Paytone One"/>
                <a:cs typeface="Paytone One"/>
                <a:sym typeface="Paytone One"/>
              </a:rPr>
              <a:t>thiệu</a:t>
            </a:r>
            <a:r>
              <a:rPr lang="en-US" sz="8499" dirty="0">
                <a:solidFill>
                  <a:srgbClr val="2D4D8B"/>
                </a:solidFill>
                <a:latin typeface="Paytone One"/>
                <a:ea typeface="Paytone One"/>
                <a:cs typeface="Paytone One"/>
                <a:sym typeface="Paytone One"/>
              </a:rPr>
              <a:t> </a:t>
            </a:r>
            <a:r>
              <a:rPr lang="en-US" sz="8499" dirty="0" err="1">
                <a:solidFill>
                  <a:srgbClr val="2D4D8B"/>
                </a:solidFill>
                <a:latin typeface="Paytone One"/>
                <a:ea typeface="Paytone One"/>
                <a:cs typeface="Paytone One"/>
                <a:sym typeface="Paytone One"/>
              </a:rPr>
              <a:t>về</a:t>
            </a:r>
            <a:r>
              <a:rPr lang="en-US" sz="8499" dirty="0">
                <a:solidFill>
                  <a:srgbClr val="2D4D8B"/>
                </a:solidFill>
                <a:latin typeface="Paytone One"/>
                <a:ea typeface="Paytone One"/>
                <a:cs typeface="Paytone One"/>
                <a:sym typeface="Paytone One"/>
              </a:rPr>
              <a:t> </a:t>
            </a:r>
            <a:r>
              <a:rPr lang="en-US" sz="8499" dirty="0" err="1">
                <a:solidFill>
                  <a:srgbClr val="2D4D8B"/>
                </a:solidFill>
                <a:latin typeface="Paytone One"/>
                <a:ea typeface="Paytone One"/>
                <a:cs typeface="Paytone One"/>
                <a:sym typeface="Paytone One"/>
              </a:rPr>
              <a:t>ngành</a:t>
            </a:r>
            <a:endParaRPr lang="en-US" sz="8499" dirty="0">
              <a:solidFill>
                <a:srgbClr val="2D4D8B"/>
              </a:solidFill>
              <a:latin typeface="Paytone One"/>
              <a:ea typeface="Paytone One"/>
              <a:cs typeface="Paytone One"/>
              <a:sym typeface="Paytone One"/>
            </a:endParaRPr>
          </a:p>
        </p:txBody>
      </p:sp>
      <p:sp>
        <p:nvSpPr>
          <p:cNvPr id="41" name="TextBox 41"/>
          <p:cNvSpPr txBox="1"/>
          <p:nvPr/>
        </p:nvSpPr>
        <p:spPr>
          <a:xfrm>
            <a:off x="5798458" y="3795511"/>
            <a:ext cx="11460842" cy="1609620"/>
          </a:xfrm>
          <a:prstGeom prst="rect">
            <a:avLst/>
          </a:prstGeom>
        </p:spPr>
        <p:txBody>
          <a:bodyPr lIns="0" tIns="0" rIns="0" bIns="0" rtlCol="0" anchor="t">
            <a:spAutoFit/>
          </a:bodyPr>
          <a:lstStyle/>
          <a:p>
            <a:pPr algn="ctr">
              <a:lnSpc>
                <a:spcPts val="13130"/>
              </a:lnSpc>
            </a:pPr>
            <a:r>
              <a:rPr lang="en-US" sz="9379" dirty="0" err="1">
                <a:solidFill>
                  <a:srgbClr val="2D4D8B"/>
                </a:solidFill>
                <a:latin typeface="Paytone One"/>
                <a:ea typeface="Paytone One"/>
                <a:cs typeface="Paytone One"/>
                <a:sym typeface="Paytone One"/>
              </a:rPr>
              <a:t>thiết</a:t>
            </a:r>
            <a:r>
              <a:rPr lang="en-US" sz="9379" dirty="0">
                <a:solidFill>
                  <a:srgbClr val="2D4D8B"/>
                </a:solidFill>
                <a:latin typeface="Paytone One"/>
                <a:ea typeface="Paytone One"/>
                <a:cs typeface="Paytone One"/>
                <a:sym typeface="Paytone One"/>
              </a:rPr>
              <a:t> </a:t>
            </a:r>
            <a:r>
              <a:rPr lang="en-US" sz="9379" dirty="0" err="1">
                <a:solidFill>
                  <a:srgbClr val="2D4D8B"/>
                </a:solidFill>
                <a:latin typeface="Paytone One"/>
                <a:ea typeface="Paytone One"/>
                <a:cs typeface="Paytone One"/>
                <a:sym typeface="Paytone One"/>
              </a:rPr>
              <a:t>kế</a:t>
            </a:r>
            <a:r>
              <a:rPr lang="en-US" sz="9379" dirty="0">
                <a:solidFill>
                  <a:srgbClr val="2D4D8B"/>
                </a:solidFill>
                <a:latin typeface="Paytone One"/>
                <a:ea typeface="Paytone One"/>
                <a:cs typeface="Paytone One"/>
                <a:sym typeface="Paytone One"/>
              </a:rPr>
              <a:t> </a:t>
            </a:r>
            <a:r>
              <a:rPr lang="en-US" sz="9379" dirty="0" err="1">
                <a:solidFill>
                  <a:srgbClr val="2D4D8B"/>
                </a:solidFill>
                <a:latin typeface="Paytone One"/>
                <a:ea typeface="Paytone One"/>
                <a:cs typeface="Paytone One"/>
                <a:sym typeface="Paytone One"/>
              </a:rPr>
              <a:t>thời</a:t>
            </a:r>
            <a:r>
              <a:rPr lang="en-US" sz="9379" dirty="0">
                <a:solidFill>
                  <a:srgbClr val="2D4D8B"/>
                </a:solidFill>
                <a:latin typeface="Paytone One"/>
                <a:ea typeface="Paytone One"/>
                <a:cs typeface="Paytone One"/>
                <a:sym typeface="Paytone One"/>
              </a:rPr>
              <a:t> </a:t>
            </a:r>
            <a:r>
              <a:rPr lang="en-US" sz="9379" dirty="0" err="1">
                <a:solidFill>
                  <a:srgbClr val="2D4D8B"/>
                </a:solidFill>
                <a:latin typeface="Paytone One"/>
                <a:ea typeface="Paytone One"/>
                <a:cs typeface="Paytone One"/>
                <a:sym typeface="Paytone One"/>
              </a:rPr>
              <a:t>trang</a:t>
            </a:r>
            <a:r>
              <a:rPr lang="en-US" sz="9379" dirty="0">
                <a:solidFill>
                  <a:srgbClr val="2D4D8B"/>
                </a:solidFill>
                <a:latin typeface="Paytone One"/>
                <a:ea typeface="Paytone One"/>
                <a:cs typeface="Paytone One"/>
                <a:sym typeface="Paytone One"/>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500"/>
                                        <p:tgtEl>
                                          <p:spTgt spid="4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78061" y="9057239"/>
            <a:ext cx="20073111" cy="1744111"/>
            <a:chOff x="0" y="0"/>
            <a:chExt cx="5286745" cy="459354"/>
          </a:xfrm>
        </p:grpSpPr>
        <p:sp>
          <p:nvSpPr>
            <p:cNvPr id="3" name="Freeform 3"/>
            <p:cNvSpPr/>
            <p:nvPr/>
          </p:nvSpPr>
          <p:spPr>
            <a:xfrm>
              <a:off x="0" y="0"/>
              <a:ext cx="5286746" cy="459354"/>
            </a:xfrm>
            <a:custGeom>
              <a:avLst/>
              <a:gdLst/>
              <a:ahLst/>
              <a:cxnLst/>
              <a:rect l="l" t="t" r="r" b="b"/>
              <a:pathLst>
                <a:path w="5286746" h="459354">
                  <a:moveTo>
                    <a:pt x="0" y="0"/>
                  </a:moveTo>
                  <a:lnTo>
                    <a:pt x="5286746" y="0"/>
                  </a:lnTo>
                  <a:lnTo>
                    <a:pt x="5286746" y="459354"/>
                  </a:lnTo>
                  <a:lnTo>
                    <a:pt x="0" y="459354"/>
                  </a:lnTo>
                  <a:close/>
                </a:path>
              </a:pathLst>
            </a:custGeom>
            <a:solidFill>
              <a:srgbClr val="A4B0DA"/>
            </a:solidFill>
            <a:ln w="38100" cap="sq">
              <a:solidFill>
                <a:srgbClr val="000000"/>
              </a:solidFill>
              <a:prstDash val="solid"/>
              <a:miter/>
            </a:ln>
          </p:spPr>
        </p:sp>
        <p:sp>
          <p:nvSpPr>
            <p:cNvPr id="4" name="TextBox 4"/>
            <p:cNvSpPr txBox="1"/>
            <p:nvPr/>
          </p:nvSpPr>
          <p:spPr>
            <a:xfrm>
              <a:off x="0" y="-38100"/>
              <a:ext cx="5286745" cy="497454"/>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2970121" y="9458147"/>
            <a:ext cx="644401" cy="602222"/>
          </a:xfrm>
          <a:custGeom>
            <a:avLst/>
            <a:gdLst/>
            <a:ahLst/>
            <a:cxnLst/>
            <a:rect l="l" t="t" r="r" b="b"/>
            <a:pathLst>
              <a:path w="644401" h="602222">
                <a:moveTo>
                  <a:pt x="0" y="0"/>
                </a:moveTo>
                <a:lnTo>
                  <a:pt x="644401" y="0"/>
                </a:lnTo>
                <a:lnTo>
                  <a:pt x="644401" y="602222"/>
                </a:lnTo>
                <a:lnTo>
                  <a:pt x="0" y="6022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5123675" y="9532139"/>
            <a:ext cx="857967" cy="415578"/>
          </a:xfrm>
          <a:custGeom>
            <a:avLst/>
            <a:gdLst/>
            <a:ahLst/>
            <a:cxnLst/>
            <a:rect l="l" t="t" r="r" b="b"/>
            <a:pathLst>
              <a:path w="857967" h="415578">
                <a:moveTo>
                  <a:pt x="0" y="0"/>
                </a:moveTo>
                <a:lnTo>
                  <a:pt x="857967" y="0"/>
                </a:lnTo>
                <a:lnTo>
                  <a:pt x="857967" y="415578"/>
                </a:lnTo>
                <a:lnTo>
                  <a:pt x="0" y="41557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3985997" y="9458147"/>
            <a:ext cx="761570" cy="563562"/>
          </a:xfrm>
          <a:custGeom>
            <a:avLst/>
            <a:gdLst/>
            <a:ahLst/>
            <a:cxnLst/>
            <a:rect l="l" t="t" r="r" b="b"/>
            <a:pathLst>
              <a:path w="761570" h="563562">
                <a:moveTo>
                  <a:pt x="0" y="0"/>
                </a:moveTo>
                <a:lnTo>
                  <a:pt x="761570" y="0"/>
                </a:lnTo>
                <a:lnTo>
                  <a:pt x="761570" y="563562"/>
                </a:lnTo>
                <a:lnTo>
                  <a:pt x="0" y="5635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247581" y="191454"/>
            <a:ext cx="6874344" cy="781660"/>
          </a:xfrm>
          <a:custGeom>
            <a:avLst/>
            <a:gdLst/>
            <a:ahLst/>
            <a:cxnLst/>
            <a:rect l="l" t="t" r="r" b="b"/>
            <a:pathLst>
              <a:path w="6874344" h="781660">
                <a:moveTo>
                  <a:pt x="0" y="0"/>
                </a:moveTo>
                <a:lnTo>
                  <a:pt x="6874344" y="0"/>
                </a:lnTo>
                <a:lnTo>
                  <a:pt x="6874344" y="781660"/>
                </a:lnTo>
                <a:lnTo>
                  <a:pt x="0" y="781660"/>
                </a:lnTo>
                <a:lnTo>
                  <a:pt x="0" y="0"/>
                </a:lnTo>
                <a:close/>
              </a:path>
            </a:pathLst>
          </a:custGeom>
          <a:blipFill>
            <a:blip r:embed="rId8">
              <a:extLst>
                <a:ext uri="{96DAC541-7B7A-43D3-8B79-37D633B846F1}">
                  <asvg:svgBlip xmlns:asvg="http://schemas.microsoft.com/office/drawing/2016/SVG/main" r:embed="rId9"/>
                </a:ext>
              </a:extLst>
            </a:blip>
            <a:stretch>
              <a:fillRect b="-790792"/>
            </a:stretch>
          </a:blipFill>
        </p:spPr>
      </p:sp>
      <p:sp>
        <p:nvSpPr>
          <p:cNvPr id="9" name="TextBox 9"/>
          <p:cNvSpPr txBox="1"/>
          <p:nvPr/>
        </p:nvSpPr>
        <p:spPr>
          <a:xfrm>
            <a:off x="15981642" y="9163050"/>
            <a:ext cx="2061112" cy="1028700"/>
          </a:xfrm>
          <a:prstGeom prst="rect">
            <a:avLst/>
          </a:prstGeom>
        </p:spPr>
        <p:txBody>
          <a:bodyPr lIns="0" tIns="0" rIns="0" bIns="0" rtlCol="0" anchor="t">
            <a:spAutoFit/>
          </a:bodyPr>
          <a:lstStyle/>
          <a:p>
            <a:pPr algn="r">
              <a:lnSpc>
                <a:spcPts val="4480"/>
              </a:lnSpc>
            </a:pPr>
            <a:r>
              <a:rPr lang="en-US" sz="3200">
                <a:solidFill>
                  <a:srgbClr val="2D2828"/>
                </a:solidFill>
                <a:latin typeface="Canva Student Font"/>
                <a:ea typeface="Canva Student Font"/>
                <a:cs typeface="Canva Student Font"/>
                <a:sym typeface="Canva Student Font"/>
              </a:rPr>
              <a:t>9:57 am</a:t>
            </a:r>
          </a:p>
          <a:p>
            <a:pPr algn="r">
              <a:lnSpc>
                <a:spcPts val="3200"/>
              </a:lnSpc>
            </a:pPr>
            <a:r>
              <a:rPr lang="en-US" sz="3200">
                <a:solidFill>
                  <a:srgbClr val="2D2828"/>
                </a:solidFill>
                <a:latin typeface="Canva Student Font"/>
                <a:ea typeface="Canva Student Font"/>
                <a:cs typeface="Canva Student Font"/>
                <a:sym typeface="Canva Student Font"/>
              </a:rPr>
              <a:t>24/07/2025</a:t>
            </a:r>
          </a:p>
        </p:txBody>
      </p:sp>
      <p:sp>
        <p:nvSpPr>
          <p:cNvPr id="10" name="TextBox 10"/>
          <p:cNvSpPr txBox="1"/>
          <p:nvPr/>
        </p:nvSpPr>
        <p:spPr>
          <a:xfrm>
            <a:off x="271393" y="1073184"/>
            <a:ext cx="17134533" cy="9886007"/>
          </a:xfrm>
          <a:prstGeom prst="rect">
            <a:avLst/>
          </a:prstGeom>
        </p:spPr>
        <p:txBody>
          <a:bodyPr lIns="0" tIns="0" rIns="0" bIns="0" rtlCol="0" anchor="t">
            <a:spAutoFit/>
          </a:bodyPr>
          <a:lstStyle/>
          <a:p>
            <a:pPr algn="just">
              <a:lnSpc>
                <a:spcPts val="4051"/>
              </a:lnSpc>
            </a:pPr>
            <a:r>
              <a:rPr lang="en-US" sz="3649" spc="-197" dirty="0" err="1">
                <a:solidFill>
                  <a:srgbClr val="233A66"/>
                </a:solidFill>
                <a:latin typeface="Paytone One"/>
                <a:ea typeface="Paytone One"/>
                <a:cs typeface="Paytone One"/>
                <a:sym typeface="Paytone One"/>
              </a:rPr>
              <a:t>Thiết</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kế</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thời</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trang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không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chỉ</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là</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vẽ</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ra</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những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bộ</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quần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áo</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đẹp</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mà</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là</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cách</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khẳng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định</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bản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thân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và</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truyền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tải</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cảm</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xúc</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thông</a:t>
            </a:r>
            <a:r>
              <a:rPr lang="en-US" sz="3649" spc="-197" dirty="0">
                <a:solidFill>
                  <a:srgbClr val="233A66"/>
                </a:solidFill>
                <a:latin typeface="Paytone One"/>
                <a:ea typeface="Paytone One"/>
                <a:cs typeface="Paytone One"/>
                <a:sym typeface="Paytone One"/>
              </a:rPr>
              <a:t> qua </a:t>
            </a:r>
            <a:r>
              <a:rPr lang="en-US" sz="3649" spc="-197" dirty="0" err="1">
                <a:solidFill>
                  <a:srgbClr val="233A66"/>
                </a:solidFill>
                <a:latin typeface="Paytone One"/>
                <a:ea typeface="Paytone One"/>
                <a:cs typeface="Paytone One"/>
                <a:sym typeface="Paytone One"/>
              </a:rPr>
              <a:t>chất</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liệu</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màu</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sắc</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và</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kiểu</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dáng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Nhà</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thiết</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kế</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thời</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trang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giống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như</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một</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nghệ</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sĩ</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biến</a:t>
            </a:r>
            <a:r>
              <a:rPr lang="en-US" sz="3649" spc="-197" dirty="0">
                <a:solidFill>
                  <a:srgbClr val="233A66"/>
                </a:solidFill>
                <a:latin typeface="Paytone One"/>
                <a:ea typeface="Paytone One"/>
                <a:cs typeface="Paytone One"/>
                <a:sym typeface="Paytone One"/>
              </a:rPr>
              <a:t> ý </a:t>
            </a:r>
            <a:r>
              <a:rPr lang="en-US" sz="3649" spc="-197" dirty="0" err="1">
                <a:solidFill>
                  <a:srgbClr val="233A66"/>
                </a:solidFill>
                <a:latin typeface="Paytone One"/>
                <a:ea typeface="Paytone One"/>
                <a:cs typeface="Paytone One"/>
                <a:sym typeface="Paytone One"/>
              </a:rPr>
              <a:t>tưởng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từ</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phác</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thảo</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thành</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sản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phẩm</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thực</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tế</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từ</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trang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phục</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thường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ngày</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đến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thời</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trang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cao</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cấp</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Đó</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là</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quá</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trình</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nghiên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cứu</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chọn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lọc</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chất</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liệu</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cắt</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rập</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và</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hoàn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thiện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sản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phẩm</a:t>
            </a:r>
            <a:endParaRPr lang="en-US" sz="3649" spc="-197" dirty="0">
              <a:solidFill>
                <a:srgbClr val="233A66"/>
              </a:solidFill>
              <a:latin typeface="Paytone One"/>
              <a:ea typeface="Paytone One"/>
              <a:cs typeface="Paytone One"/>
              <a:sym typeface="Paytone One"/>
            </a:endParaRPr>
          </a:p>
          <a:p>
            <a:pPr algn="just">
              <a:lnSpc>
                <a:spcPts val="4051"/>
              </a:lnSpc>
            </a:pPr>
            <a:r>
              <a:rPr lang="en-US" sz="3649" spc="-197" dirty="0" err="1">
                <a:solidFill>
                  <a:srgbClr val="233A66"/>
                </a:solidFill>
                <a:latin typeface="Paytone One"/>
                <a:ea typeface="Paytone One"/>
                <a:cs typeface="Paytone One"/>
                <a:sym typeface="Paytone One"/>
              </a:rPr>
              <a:t>Từ</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nền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tảng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đó</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chúng</a:t>
            </a:r>
            <a:r>
              <a:rPr lang="en-US" sz="3649" spc="-197" dirty="0">
                <a:solidFill>
                  <a:srgbClr val="233A66"/>
                </a:solidFill>
                <a:latin typeface="Paytone One"/>
                <a:ea typeface="Paytone One"/>
                <a:cs typeface="Paytone One"/>
                <a:sym typeface="Paytone One"/>
              </a:rPr>
              <a:t> ta </a:t>
            </a:r>
            <a:r>
              <a:rPr lang="en-US" sz="3649" spc="-197" dirty="0" err="1">
                <a:solidFill>
                  <a:srgbClr val="233A66"/>
                </a:solidFill>
                <a:latin typeface="Paytone One"/>
                <a:ea typeface="Paytone One"/>
                <a:cs typeface="Paytone One"/>
                <a:sym typeface="Paytone One"/>
              </a:rPr>
              <a:t>có</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thể</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nhìn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ngành</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thiết</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kế</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thời</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trang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theo</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nhiều</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khía</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cạnh</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khác</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nhau</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Đây</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không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chỉ</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là</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một</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lĩnh</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vực</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sáng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tạo</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nghệ</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thuật</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mà</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còn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là</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một</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ngành</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nghề</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có</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tính</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ứng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dụng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cao</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gắn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liền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với</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đời</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sống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hiện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đại</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và</a:t>
            </a:r>
            <a:r>
              <a:rPr lang="en-US" sz="3649" spc="-197" dirty="0">
                <a:solidFill>
                  <a:srgbClr val="233A66"/>
                </a:solidFill>
                <a:latin typeface="Paytone One"/>
                <a:ea typeface="Paytone One"/>
                <a:cs typeface="Paytone One"/>
                <a:sym typeface="Paytone One"/>
              </a:rPr>
              <a:t> xu </a:t>
            </a:r>
            <a:r>
              <a:rPr lang="en-US" sz="3649" spc="-197" dirty="0" err="1">
                <a:solidFill>
                  <a:srgbClr val="233A66"/>
                </a:solidFill>
                <a:latin typeface="Paytone One"/>
                <a:ea typeface="Paytone One"/>
                <a:cs typeface="Paytone One"/>
                <a:sym typeface="Paytone One"/>
              </a:rPr>
              <a:t>hướng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tiêu</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dùng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toàn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cầu</a:t>
            </a:r>
            <a:r>
              <a:rPr lang="en-US" sz="3649" spc="-197" dirty="0">
                <a:solidFill>
                  <a:srgbClr val="233A66"/>
                </a:solidFill>
                <a:latin typeface="Paytone One"/>
                <a:ea typeface="Paytone One"/>
                <a:cs typeface="Paytone One"/>
                <a:sym typeface="Paytone One"/>
              </a:rPr>
              <a:t>.</a:t>
            </a:r>
          </a:p>
          <a:p>
            <a:pPr algn="just">
              <a:lnSpc>
                <a:spcPts val="4051"/>
              </a:lnSpc>
            </a:pPr>
            <a:r>
              <a:rPr lang="en-US" sz="3649" spc="-197" dirty="0" err="1">
                <a:solidFill>
                  <a:srgbClr val="233A66"/>
                </a:solidFill>
                <a:latin typeface="Paytone One"/>
                <a:ea typeface="Paytone One"/>
                <a:cs typeface="Paytone One"/>
                <a:sym typeface="Paytone One"/>
              </a:rPr>
              <a:t>Để</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hiểu</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rõ</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hơn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về</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ngành</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này</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chúng</a:t>
            </a:r>
            <a:r>
              <a:rPr lang="en-US" sz="3649" spc="-197" dirty="0">
                <a:solidFill>
                  <a:srgbClr val="233A66"/>
                </a:solidFill>
                <a:latin typeface="Paytone One"/>
                <a:ea typeface="Paytone One"/>
                <a:cs typeface="Paytone One"/>
                <a:sym typeface="Paytone One"/>
              </a:rPr>
              <a:t> ta </a:t>
            </a:r>
            <a:r>
              <a:rPr lang="en-US" sz="3649" spc="-197" dirty="0" err="1">
                <a:solidFill>
                  <a:srgbClr val="233A66"/>
                </a:solidFill>
                <a:latin typeface="Paytone One"/>
                <a:ea typeface="Paytone One"/>
                <a:cs typeface="Paytone One"/>
                <a:sym typeface="Paytone One"/>
              </a:rPr>
              <a:t>sẽ</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cùng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tìm</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hiểu</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theo</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sơ</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đồ</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tư</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duy</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với</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các</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nhánh</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chính</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như</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khái</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niệm</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yêu</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cầu</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công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việc</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cơ</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hội</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phát</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triển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trong</a:t>
            </a:r>
            <a:r>
              <a:rPr lang="en-US" sz="3649" spc="-197" dirty="0">
                <a:solidFill>
                  <a:srgbClr val="233A66"/>
                </a:solidFill>
                <a:latin typeface="Paytone One"/>
                <a:ea typeface="Paytone One"/>
                <a:cs typeface="Paytone One"/>
                <a:sym typeface="Paytone One"/>
              </a:rPr>
              <a:t> xu </a:t>
            </a:r>
            <a:r>
              <a:rPr lang="en-US" sz="3649" spc="-197" dirty="0" err="1">
                <a:solidFill>
                  <a:srgbClr val="233A66"/>
                </a:solidFill>
                <a:latin typeface="Paytone One"/>
                <a:ea typeface="Paytone One"/>
                <a:cs typeface="Paytone One"/>
                <a:sym typeface="Paytone One"/>
              </a:rPr>
              <a:t>hướng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hiện</a:t>
            </a:r>
            <a:r>
              <a:rPr lang="en-US" sz="3649" spc="-197" dirty="0">
                <a:solidFill>
                  <a:srgbClr val="233A66"/>
                </a:solidFill>
                <a:latin typeface="Paytone One"/>
                <a:ea typeface="Paytone One"/>
                <a:cs typeface="Paytone One"/>
                <a:sym typeface="Paytone One"/>
              </a:rPr>
              <a:t> nay, </a:t>
            </a:r>
            <a:r>
              <a:rPr lang="en-US" sz="3649" spc="-197" dirty="0" err="1">
                <a:solidFill>
                  <a:srgbClr val="233A66"/>
                </a:solidFill>
                <a:latin typeface="Paytone One"/>
                <a:ea typeface="Paytone One"/>
                <a:cs typeface="Paytone One"/>
                <a:sym typeface="Paytone One"/>
              </a:rPr>
              <a:t>ưu</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và</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nhược</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điểm</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của</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ngành</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cũng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như</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các</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cơ</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sở</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đào</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tạo</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phù</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hợp</a:t>
            </a:r>
            <a:r>
              <a:rPr lang="en-US" sz="3649" spc="-197" dirty="0">
                <a:solidFill>
                  <a:srgbClr val="233A66"/>
                </a:solidFill>
                <a:latin typeface="Paytone One"/>
                <a:ea typeface="Paytone One"/>
                <a:cs typeface="Paytone One"/>
                <a:sym typeface="Paytone One"/>
              </a:rPr>
              <a:t>.</a:t>
            </a:r>
          </a:p>
          <a:p>
            <a:pPr algn="just">
              <a:lnSpc>
                <a:spcPts val="4051"/>
              </a:lnSpc>
            </a:pPr>
            <a:r>
              <a:rPr lang="en-US" sz="3649" spc="-197" dirty="0">
                <a:solidFill>
                  <a:srgbClr val="233A66"/>
                </a:solidFill>
                <a:latin typeface="Paytone One"/>
                <a:ea typeface="Paytone One"/>
                <a:cs typeface="Paytone One"/>
                <a:sym typeface="Paytone One"/>
              </a:rPr>
              <a:t>Trong </a:t>
            </a:r>
            <a:r>
              <a:rPr lang="en-US" sz="3649" spc="-197" dirty="0" err="1">
                <a:solidFill>
                  <a:srgbClr val="233A66"/>
                </a:solidFill>
                <a:latin typeface="Paytone One"/>
                <a:ea typeface="Paytone One"/>
                <a:cs typeface="Paytone One"/>
                <a:sym typeface="Paytone One"/>
              </a:rPr>
              <a:t>đó</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mỗi</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nhánh</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sẽ</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giúp</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chúng</a:t>
            </a:r>
            <a:r>
              <a:rPr lang="en-US" sz="3649" spc="-197" dirty="0">
                <a:solidFill>
                  <a:srgbClr val="233A66"/>
                </a:solidFill>
                <a:latin typeface="Paytone One"/>
                <a:ea typeface="Paytone One"/>
                <a:cs typeface="Paytone One"/>
                <a:sym typeface="Paytone One"/>
              </a:rPr>
              <a:t> ta </a:t>
            </a:r>
            <a:r>
              <a:rPr lang="en-US" sz="3649" spc="-197" dirty="0" err="1">
                <a:solidFill>
                  <a:srgbClr val="233A66"/>
                </a:solidFill>
                <a:latin typeface="Paytone One"/>
                <a:ea typeface="Paytone One"/>
                <a:cs typeface="Paytone One"/>
                <a:sym typeface="Paytone One"/>
              </a:rPr>
              <a:t>có</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cái</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nhìn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toàn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diện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hơn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về</a:t>
            </a:r>
            <a:r>
              <a:rPr lang="en-US" sz="3649" spc="-197" dirty="0">
                <a:solidFill>
                  <a:srgbClr val="233A66"/>
                </a:solidFill>
                <a:latin typeface="Paytone One"/>
                <a:ea typeface="Paytone One"/>
                <a:cs typeface="Paytone One"/>
                <a:sym typeface="Paytone One"/>
              </a:rPr>
              <a:t> con </a:t>
            </a:r>
            <a:r>
              <a:rPr lang="en-US" sz="3649" spc="-197" dirty="0" err="1">
                <a:solidFill>
                  <a:srgbClr val="233A66"/>
                </a:solidFill>
                <a:latin typeface="Paytone One"/>
                <a:ea typeface="Paytone One"/>
                <a:cs typeface="Paytone One"/>
                <a:sym typeface="Paytone One"/>
              </a:rPr>
              <a:t>đường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trở</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thành</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một</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nhà</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thiết</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kế</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thời</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trang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chuyên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nghiệp</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từ</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kỹ</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năng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cần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thiết</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cho</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đến</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môi</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trường</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học</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tập</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và</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làm</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việc</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thực</a:t>
            </a:r>
            <a:r>
              <a:rPr lang="en-US" sz="3649" spc="-197" dirty="0">
                <a:solidFill>
                  <a:srgbClr val="233A66"/>
                </a:solidFill>
                <a:latin typeface="Paytone One"/>
                <a:ea typeface="Paytone One"/>
                <a:cs typeface="Paytone One"/>
                <a:sym typeface="Paytone One"/>
              </a:rPr>
              <a:t> </a:t>
            </a:r>
            <a:r>
              <a:rPr lang="en-US" sz="3649" spc="-197" dirty="0" err="1">
                <a:solidFill>
                  <a:srgbClr val="233A66"/>
                </a:solidFill>
                <a:latin typeface="Paytone One"/>
                <a:ea typeface="Paytone One"/>
                <a:cs typeface="Paytone One"/>
                <a:sym typeface="Paytone One"/>
              </a:rPr>
              <a:t>tế</a:t>
            </a:r>
            <a:r>
              <a:rPr lang="en-US" sz="3649" spc="-197" dirty="0">
                <a:solidFill>
                  <a:srgbClr val="233A66"/>
                </a:solidFill>
                <a:latin typeface="Paytone One"/>
                <a:ea typeface="Paytone One"/>
                <a:cs typeface="Paytone One"/>
                <a:sym typeface="Paytone One"/>
              </a:rPr>
              <a:t>.</a:t>
            </a:r>
          </a:p>
          <a:p>
            <a:pPr algn="just">
              <a:lnSpc>
                <a:spcPts val="4051"/>
              </a:lnSpc>
            </a:pPr>
            <a:endParaRPr lang="en-US" sz="3649" spc="-197" dirty="0">
              <a:solidFill>
                <a:srgbClr val="233A66"/>
              </a:solidFill>
              <a:latin typeface="Paytone One"/>
              <a:ea typeface="Paytone One"/>
              <a:cs typeface="Paytone One"/>
              <a:sym typeface="Paytone One"/>
            </a:endParaRPr>
          </a:p>
          <a:p>
            <a:pPr algn="just">
              <a:lnSpc>
                <a:spcPts val="4051"/>
              </a:lnSpc>
            </a:pPr>
            <a:endParaRPr lang="en-US" sz="3649" spc="-197" dirty="0">
              <a:solidFill>
                <a:srgbClr val="233A66"/>
              </a:solidFill>
              <a:latin typeface="Paytone One"/>
              <a:ea typeface="Paytone One"/>
              <a:cs typeface="Paytone One"/>
              <a:sym typeface="Paytone One"/>
            </a:endParaRPr>
          </a:p>
          <a:p>
            <a:pPr algn="just">
              <a:lnSpc>
                <a:spcPts val="8715"/>
              </a:lnSpc>
            </a:pPr>
            <a:r>
              <a:rPr lang="en-US" sz="7851" spc="-424" dirty="0">
                <a:solidFill>
                  <a:srgbClr val="233A66"/>
                </a:solidFill>
                <a:latin typeface="Paytone One"/>
                <a:ea typeface="Paytone One"/>
                <a:cs typeface="Paytone One"/>
                <a:sym typeface="Paytone One"/>
              </a:rPr>
              <a:t>  </a:t>
            </a:r>
          </a:p>
        </p:txBody>
      </p:sp>
      <p:sp>
        <p:nvSpPr>
          <p:cNvPr id="11" name="Freeform 11"/>
          <p:cNvSpPr/>
          <p:nvPr/>
        </p:nvSpPr>
        <p:spPr>
          <a:xfrm rot="-2700000">
            <a:off x="17429579" y="291701"/>
            <a:ext cx="507970" cy="507970"/>
          </a:xfrm>
          <a:custGeom>
            <a:avLst/>
            <a:gdLst/>
            <a:ahLst/>
            <a:cxnLst/>
            <a:rect l="l" t="t" r="r" b="b"/>
            <a:pathLst>
              <a:path w="507970" h="507970">
                <a:moveTo>
                  <a:pt x="0" y="0"/>
                </a:moveTo>
                <a:lnTo>
                  <a:pt x="507971" y="0"/>
                </a:lnTo>
                <a:lnTo>
                  <a:pt x="507971" y="507970"/>
                </a:lnTo>
                <a:lnTo>
                  <a:pt x="0" y="50797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12" name="Group 12"/>
          <p:cNvGrpSpPr/>
          <p:nvPr/>
        </p:nvGrpSpPr>
        <p:grpSpPr>
          <a:xfrm>
            <a:off x="16801647" y="334028"/>
            <a:ext cx="402151" cy="398197"/>
            <a:chOff x="0" y="0"/>
            <a:chExt cx="105916" cy="104875"/>
          </a:xfrm>
        </p:grpSpPr>
        <p:sp>
          <p:nvSpPr>
            <p:cNvPr id="13" name="Freeform 13"/>
            <p:cNvSpPr/>
            <p:nvPr/>
          </p:nvSpPr>
          <p:spPr>
            <a:xfrm>
              <a:off x="0" y="0"/>
              <a:ext cx="105916" cy="104875"/>
            </a:xfrm>
            <a:custGeom>
              <a:avLst/>
              <a:gdLst/>
              <a:ahLst/>
              <a:cxnLst/>
              <a:rect l="l" t="t" r="r" b="b"/>
              <a:pathLst>
                <a:path w="105916" h="104875">
                  <a:moveTo>
                    <a:pt x="0" y="0"/>
                  </a:moveTo>
                  <a:lnTo>
                    <a:pt x="105916" y="0"/>
                  </a:lnTo>
                  <a:lnTo>
                    <a:pt x="105916" y="104875"/>
                  </a:lnTo>
                  <a:lnTo>
                    <a:pt x="0" y="104875"/>
                  </a:lnTo>
                  <a:close/>
                </a:path>
              </a:pathLst>
            </a:custGeom>
            <a:solidFill>
              <a:srgbClr val="C6E0F9"/>
            </a:solidFill>
            <a:ln w="19050" cap="sq">
              <a:solidFill>
                <a:srgbClr val="2D2828"/>
              </a:solidFill>
              <a:prstDash val="solid"/>
              <a:miter/>
            </a:ln>
          </p:spPr>
        </p:sp>
        <p:sp>
          <p:nvSpPr>
            <p:cNvPr id="14" name="TextBox 14"/>
            <p:cNvSpPr txBox="1"/>
            <p:nvPr/>
          </p:nvSpPr>
          <p:spPr>
            <a:xfrm>
              <a:off x="0" y="-38100"/>
              <a:ext cx="105916" cy="142975"/>
            </a:xfrm>
            <a:prstGeom prst="rect">
              <a:avLst/>
            </a:prstGeom>
          </p:spPr>
          <p:txBody>
            <a:bodyPr lIns="50800" tIns="50800" rIns="50800" bIns="50800" rtlCol="0" anchor="ctr"/>
            <a:lstStyle/>
            <a:p>
              <a:pPr algn="ctr">
                <a:lnSpc>
                  <a:spcPts val="2659"/>
                </a:lnSpc>
              </a:pPr>
              <a:endParaRPr/>
            </a:p>
          </p:txBody>
        </p:sp>
      </p:grpSp>
      <p:sp>
        <p:nvSpPr>
          <p:cNvPr id="15" name="AutoShape 15"/>
          <p:cNvSpPr/>
          <p:nvPr/>
        </p:nvSpPr>
        <p:spPr>
          <a:xfrm>
            <a:off x="16142601" y="713175"/>
            <a:ext cx="384802" cy="0"/>
          </a:xfrm>
          <a:prstGeom prst="line">
            <a:avLst/>
          </a:prstGeom>
          <a:ln w="38100" cap="rnd">
            <a:solidFill>
              <a:srgbClr val="2D2828"/>
            </a:solidFill>
            <a:prstDash val="solid"/>
            <a:headEnd type="none" w="sm" len="sm"/>
            <a:tailEnd type="none" w="sm" len="sm"/>
          </a:ln>
        </p:spPr>
      </p:sp>
      <p:sp>
        <p:nvSpPr>
          <p:cNvPr id="16" name="AutoShape 16"/>
          <p:cNvSpPr/>
          <p:nvPr/>
        </p:nvSpPr>
        <p:spPr>
          <a:xfrm>
            <a:off x="5956658" y="958826"/>
            <a:ext cx="11722615" cy="0"/>
          </a:xfrm>
          <a:prstGeom prst="line">
            <a:avLst/>
          </a:prstGeom>
          <a:ln w="38100" cap="flat">
            <a:solidFill>
              <a:srgbClr val="2D2828"/>
            </a:solidFill>
            <a:prstDash val="solid"/>
            <a:headEnd type="none" w="sm" len="sm"/>
            <a:tailEnd type="none" w="sm" len="sm"/>
          </a:ln>
        </p:spPr>
      </p:sp>
      <p:sp>
        <p:nvSpPr>
          <p:cNvPr id="17" name="Freeform 17"/>
          <p:cNvSpPr/>
          <p:nvPr/>
        </p:nvSpPr>
        <p:spPr>
          <a:xfrm>
            <a:off x="1426012" y="9291514"/>
            <a:ext cx="4917093" cy="768855"/>
          </a:xfrm>
          <a:custGeom>
            <a:avLst/>
            <a:gdLst/>
            <a:ahLst/>
            <a:cxnLst/>
            <a:rect l="l" t="t" r="r" b="b"/>
            <a:pathLst>
              <a:path w="4917093" h="768855">
                <a:moveTo>
                  <a:pt x="0" y="0"/>
                </a:moveTo>
                <a:lnTo>
                  <a:pt x="4917094" y="0"/>
                </a:lnTo>
                <a:lnTo>
                  <a:pt x="4917094" y="768855"/>
                </a:lnTo>
                <a:lnTo>
                  <a:pt x="0" y="76885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8" name="Freeform 18"/>
          <p:cNvSpPr/>
          <p:nvPr/>
        </p:nvSpPr>
        <p:spPr>
          <a:xfrm>
            <a:off x="409805" y="9265466"/>
            <a:ext cx="750099" cy="794903"/>
          </a:xfrm>
          <a:custGeom>
            <a:avLst/>
            <a:gdLst/>
            <a:ahLst/>
            <a:cxnLst/>
            <a:rect l="l" t="t" r="r" b="b"/>
            <a:pathLst>
              <a:path w="750099" h="794903">
                <a:moveTo>
                  <a:pt x="0" y="0"/>
                </a:moveTo>
                <a:lnTo>
                  <a:pt x="750099" y="0"/>
                </a:lnTo>
                <a:lnTo>
                  <a:pt x="750099" y="794903"/>
                </a:lnTo>
                <a:lnTo>
                  <a:pt x="0" y="79490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9" name="AutoShape 19"/>
          <p:cNvSpPr/>
          <p:nvPr/>
        </p:nvSpPr>
        <p:spPr>
          <a:xfrm>
            <a:off x="247581" y="973114"/>
            <a:ext cx="11722615" cy="0"/>
          </a:xfrm>
          <a:prstGeom prst="line">
            <a:avLst/>
          </a:prstGeom>
          <a:ln w="28575" cap="flat">
            <a:solidFill>
              <a:srgbClr val="2D2828"/>
            </a:solidFill>
            <a:prstDash val="solid"/>
            <a:headEnd type="none" w="sm" len="sm"/>
            <a:tailEnd type="none" w="sm" len="sm"/>
          </a:ln>
        </p:spPr>
      </p:sp>
      <p:sp>
        <p:nvSpPr>
          <p:cNvPr id="20" name="AutoShape 20"/>
          <p:cNvSpPr/>
          <p:nvPr/>
        </p:nvSpPr>
        <p:spPr>
          <a:xfrm flipV="1">
            <a:off x="271393" y="1044609"/>
            <a:ext cx="19050" cy="7822518"/>
          </a:xfrm>
          <a:prstGeom prst="line">
            <a:avLst/>
          </a:prstGeom>
          <a:ln w="47625" cap="flat">
            <a:solidFill>
              <a:srgbClr val="2D2828"/>
            </a:solidFill>
            <a:prstDash val="solid"/>
            <a:headEnd type="none" w="sm" len="sm"/>
            <a:tailEnd type="none" w="sm" len="sm"/>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CF6"/>
        </a:solidFill>
        <a:effectLst/>
      </p:bgPr>
    </p:bg>
    <p:spTree>
      <p:nvGrpSpPr>
        <p:cNvPr id="1" name=""/>
        <p:cNvGrpSpPr/>
        <p:nvPr/>
      </p:nvGrpSpPr>
      <p:grpSpPr>
        <a:xfrm>
          <a:off x="0" y="0"/>
          <a:ext cx="0" cy="0"/>
          <a:chOff x="0" y="0"/>
          <a:chExt cx="0" cy="0"/>
        </a:xfrm>
      </p:grpSpPr>
      <p:sp>
        <p:nvSpPr>
          <p:cNvPr id="2" name="Freeform 2"/>
          <p:cNvSpPr/>
          <p:nvPr/>
        </p:nvSpPr>
        <p:spPr>
          <a:xfrm>
            <a:off x="-79926" y="-165931"/>
            <a:ext cx="10638611" cy="10638611"/>
          </a:xfrm>
          <a:custGeom>
            <a:avLst/>
            <a:gdLst/>
            <a:ahLst/>
            <a:cxnLst/>
            <a:rect l="l" t="t" r="r" b="b"/>
            <a:pathLst>
              <a:path w="10638611" h="10638611">
                <a:moveTo>
                  <a:pt x="0" y="0"/>
                </a:moveTo>
                <a:lnTo>
                  <a:pt x="10638610" y="0"/>
                </a:lnTo>
                <a:lnTo>
                  <a:pt x="10638610" y="10638610"/>
                </a:lnTo>
                <a:lnTo>
                  <a:pt x="0" y="10638610"/>
                </a:lnTo>
                <a:lnTo>
                  <a:pt x="0" y="0"/>
                </a:lnTo>
                <a:close/>
              </a:path>
            </a:pathLst>
          </a:custGeom>
          <a:blipFill>
            <a:blip r:embed="rId2">
              <a:alphaModFix amt="9999"/>
            </a:blip>
            <a:stretch>
              <a:fillRect/>
            </a:stretch>
          </a:blipFill>
        </p:spPr>
      </p:sp>
      <p:sp>
        <p:nvSpPr>
          <p:cNvPr id="3" name="Freeform 3"/>
          <p:cNvSpPr/>
          <p:nvPr/>
        </p:nvSpPr>
        <p:spPr>
          <a:xfrm>
            <a:off x="10332079" y="-175805"/>
            <a:ext cx="10314761" cy="10638611"/>
          </a:xfrm>
          <a:custGeom>
            <a:avLst/>
            <a:gdLst/>
            <a:ahLst/>
            <a:cxnLst/>
            <a:rect l="l" t="t" r="r" b="b"/>
            <a:pathLst>
              <a:path w="10314761" h="10638611">
                <a:moveTo>
                  <a:pt x="0" y="0"/>
                </a:moveTo>
                <a:lnTo>
                  <a:pt x="10314761" y="0"/>
                </a:lnTo>
                <a:lnTo>
                  <a:pt x="10314761" y="10638610"/>
                </a:lnTo>
                <a:lnTo>
                  <a:pt x="0" y="10638610"/>
                </a:lnTo>
                <a:lnTo>
                  <a:pt x="0" y="0"/>
                </a:lnTo>
                <a:close/>
              </a:path>
            </a:pathLst>
          </a:custGeom>
          <a:blipFill>
            <a:blip r:embed="rId3">
              <a:alphaModFix amt="9999"/>
            </a:blip>
            <a:stretch>
              <a:fillRect l="-3139"/>
            </a:stretch>
          </a:blipFill>
        </p:spPr>
      </p:sp>
      <p:sp>
        <p:nvSpPr>
          <p:cNvPr id="4" name="Freeform 4"/>
          <p:cNvSpPr/>
          <p:nvPr/>
        </p:nvSpPr>
        <p:spPr>
          <a:xfrm>
            <a:off x="-214583" y="-175805"/>
            <a:ext cx="3382653" cy="1740657"/>
          </a:xfrm>
          <a:custGeom>
            <a:avLst/>
            <a:gdLst/>
            <a:ahLst/>
            <a:cxnLst/>
            <a:rect l="l" t="t" r="r" b="b"/>
            <a:pathLst>
              <a:path w="3382653" h="1740657">
                <a:moveTo>
                  <a:pt x="0" y="0"/>
                </a:moveTo>
                <a:lnTo>
                  <a:pt x="3382652" y="0"/>
                </a:lnTo>
                <a:lnTo>
                  <a:pt x="3382652" y="1740656"/>
                </a:lnTo>
                <a:lnTo>
                  <a:pt x="0" y="17406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0245327" y="16880"/>
            <a:ext cx="3829149" cy="898109"/>
          </a:xfrm>
          <a:custGeom>
            <a:avLst/>
            <a:gdLst/>
            <a:ahLst/>
            <a:cxnLst/>
            <a:rect l="l" t="t" r="r" b="b"/>
            <a:pathLst>
              <a:path w="3829149" h="898109">
                <a:moveTo>
                  <a:pt x="0" y="0"/>
                </a:moveTo>
                <a:lnTo>
                  <a:pt x="3829149" y="0"/>
                </a:lnTo>
                <a:lnTo>
                  <a:pt x="3829149" y="898109"/>
                </a:lnTo>
                <a:lnTo>
                  <a:pt x="0" y="8981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2177995" y="680117"/>
            <a:ext cx="3829149" cy="898109"/>
          </a:xfrm>
          <a:custGeom>
            <a:avLst/>
            <a:gdLst/>
            <a:ahLst/>
            <a:cxnLst/>
            <a:rect l="l" t="t" r="r" b="b"/>
            <a:pathLst>
              <a:path w="3829149" h="898109">
                <a:moveTo>
                  <a:pt x="0" y="0"/>
                </a:moveTo>
                <a:lnTo>
                  <a:pt x="3829149" y="0"/>
                </a:lnTo>
                <a:lnTo>
                  <a:pt x="3829149" y="898109"/>
                </a:lnTo>
                <a:lnTo>
                  <a:pt x="0" y="8981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2351566" y="5820058"/>
            <a:ext cx="3829149" cy="898109"/>
          </a:xfrm>
          <a:custGeom>
            <a:avLst/>
            <a:gdLst/>
            <a:ahLst/>
            <a:cxnLst/>
            <a:rect l="l" t="t" r="r" b="b"/>
            <a:pathLst>
              <a:path w="3829149" h="898109">
                <a:moveTo>
                  <a:pt x="0" y="0"/>
                </a:moveTo>
                <a:lnTo>
                  <a:pt x="3829149" y="0"/>
                </a:lnTo>
                <a:lnTo>
                  <a:pt x="3829149" y="898110"/>
                </a:lnTo>
                <a:lnTo>
                  <a:pt x="0" y="89811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6183402" y="6891125"/>
            <a:ext cx="3645024" cy="854924"/>
          </a:xfrm>
          <a:custGeom>
            <a:avLst/>
            <a:gdLst/>
            <a:ahLst/>
            <a:cxnLst/>
            <a:rect l="l" t="t" r="r" b="b"/>
            <a:pathLst>
              <a:path w="3645024" h="854924">
                <a:moveTo>
                  <a:pt x="0" y="0"/>
                </a:moveTo>
                <a:lnTo>
                  <a:pt x="3645024" y="0"/>
                </a:lnTo>
                <a:lnTo>
                  <a:pt x="3645024" y="854924"/>
                </a:lnTo>
                <a:lnTo>
                  <a:pt x="0" y="85492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flipH="1">
            <a:off x="15156904" y="-247645"/>
            <a:ext cx="3382653" cy="1740657"/>
          </a:xfrm>
          <a:custGeom>
            <a:avLst/>
            <a:gdLst/>
            <a:ahLst/>
            <a:cxnLst/>
            <a:rect l="l" t="t" r="r" b="b"/>
            <a:pathLst>
              <a:path w="3382653" h="1740657">
                <a:moveTo>
                  <a:pt x="3382653" y="0"/>
                </a:moveTo>
                <a:lnTo>
                  <a:pt x="0" y="0"/>
                </a:lnTo>
                <a:lnTo>
                  <a:pt x="0" y="1740657"/>
                </a:lnTo>
                <a:lnTo>
                  <a:pt x="3382653" y="1740657"/>
                </a:lnTo>
                <a:lnTo>
                  <a:pt x="3382653"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7174341" y="5495416"/>
            <a:ext cx="1587541" cy="2296624"/>
          </a:xfrm>
          <a:custGeom>
            <a:avLst/>
            <a:gdLst/>
            <a:ahLst/>
            <a:cxnLst/>
            <a:rect l="l" t="t" r="r" b="b"/>
            <a:pathLst>
              <a:path w="1587541" h="2296624">
                <a:moveTo>
                  <a:pt x="0" y="0"/>
                </a:moveTo>
                <a:lnTo>
                  <a:pt x="1587541" y="0"/>
                </a:lnTo>
                <a:lnTo>
                  <a:pt x="1587541" y="2296625"/>
                </a:lnTo>
                <a:lnTo>
                  <a:pt x="0" y="2296625"/>
                </a:lnTo>
                <a:lnTo>
                  <a:pt x="0" y="0"/>
                </a:lnTo>
                <a:close/>
              </a:path>
            </a:pathLst>
          </a:custGeom>
          <a:blipFill>
            <a:blip r:embed="rId8"/>
            <a:stretch>
              <a:fillRect/>
            </a:stretch>
          </a:blipFill>
        </p:spPr>
      </p:sp>
      <p:sp>
        <p:nvSpPr>
          <p:cNvPr id="11" name="Freeform 11"/>
          <p:cNvSpPr/>
          <p:nvPr/>
        </p:nvSpPr>
        <p:spPr>
          <a:xfrm rot="1709081">
            <a:off x="-448900" y="2379244"/>
            <a:ext cx="2034129" cy="2848255"/>
          </a:xfrm>
          <a:custGeom>
            <a:avLst/>
            <a:gdLst/>
            <a:ahLst/>
            <a:cxnLst/>
            <a:rect l="l" t="t" r="r" b="b"/>
            <a:pathLst>
              <a:path w="2034129" h="2848255">
                <a:moveTo>
                  <a:pt x="0" y="0"/>
                </a:moveTo>
                <a:lnTo>
                  <a:pt x="2034128" y="0"/>
                </a:lnTo>
                <a:lnTo>
                  <a:pt x="2034128" y="2848255"/>
                </a:lnTo>
                <a:lnTo>
                  <a:pt x="0" y="2848255"/>
                </a:lnTo>
                <a:lnTo>
                  <a:pt x="0" y="0"/>
                </a:lnTo>
                <a:close/>
              </a:path>
            </a:pathLst>
          </a:custGeom>
          <a:blipFill>
            <a:blip r:embed="rId9"/>
            <a:stretch>
              <a:fillRect/>
            </a:stretch>
          </a:blipFill>
        </p:spPr>
      </p:sp>
      <p:sp>
        <p:nvSpPr>
          <p:cNvPr id="12" name="Freeform 12"/>
          <p:cNvSpPr/>
          <p:nvPr/>
        </p:nvSpPr>
        <p:spPr>
          <a:xfrm rot="993689">
            <a:off x="-214552" y="8939566"/>
            <a:ext cx="1565432" cy="3372564"/>
          </a:xfrm>
          <a:custGeom>
            <a:avLst/>
            <a:gdLst/>
            <a:ahLst/>
            <a:cxnLst/>
            <a:rect l="l" t="t" r="r" b="b"/>
            <a:pathLst>
              <a:path w="1565432" h="3372564">
                <a:moveTo>
                  <a:pt x="0" y="0"/>
                </a:moveTo>
                <a:lnTo>
                  <a:pt x="1565432" y="0"/>
                </a:lnTo>
                <a:lnTo>
                  <a:pt x="1565432" y="3372565"/>
                </a:lnTo>
                <a:lnTo>
                  <a:pt x="0" y="3372565"/>
                </a:lnTo>
                <a:lnTo>
                  <a:pt x="0" y="0"/>
                </a:lnTo>
                <a:close/>
              </a:path>
            </a:pathLst>
          </a:custGeom>
          <a:blipFill>
            <a:blip r:embed="rId10"/>
            <a:stretch>
              <a:fillRect/>
            </a:stretch>
          </a:blipFill>
        </p:spPr>
      </p:sp>
      <p:sp>
        <p:nvSpPr>
          <p:cNvPr id="13" name="Freeform 13"/>
          <p:cNvSpPr/>
          <p:nvPr/>
        </p:nvSpPr>
        <p:spPr>
          <a:xfrm flipH="1">
            <a:off x="16333509" y="7652487"/>
            <a:ext cx="4074222" cy="3116780"/>
          </a:xfrm>
          <a:custGeom>
            <a:avLst/>
            <a:gdLst/>
            <a:ahLst/>
            <a:cxnLst/>
            <a:rect l="l" t="t" r="r" b="b"/>
            <a:pathLst>
              <a:path w="4074222" h="3116780">
                <a:moveTo>
                  <a:pt x="4074221" y="0"/>
                </a:moveTo>
                <a:lnTo>
                  <a:pt x="0" y="0"/>
                </a:lnTo>
                <a:lnTo>
                  <a:pt x="0" y="3116780"/>
                </a:lnTo>
                <a:lnTo>
                  <a:pt x="4074221" y="3116780"/>
                </a:lnTo>
                <a:lnTo>
                  <a:pt x="4074221" y="0"/>
                </a:lnTo>
                <a:close/>
              </a:path>
            </a:pathLst>
          </a:custGeom>
          <a:blipFill>
            <a:blip r:embed="rId11"/>
            <a:stretch>
              <a:fillRect/>
            </a:stretch>
          </a:blipFill>
        </p:spPr>
      </p:sp>
      <p:sp>
        <p:nvSpPr>
          <p:cNvPr id="14" name="Freeform 14"/>
          <p:cNvSpPr/>
          <p:nvPr/>
        </p:nvSpPr>
        <p:spPr>
          <a:xfrm rot="3609813">
            <a:off x="1827707" y="9006564"/>
            <a:ext cx="1154508" cy="1097263"/>
          </a:xfrm>
          <a:custGeom>
            <a:avLst/>
            <a:gdLst/>
            <a:ahLst/>
            <a:cxnLst/>
            <a:rect l="l" t="t" r="r" b="b"/>
            <a:pathLst>
              <a:path w="1154508" h="1097263">
                <a:moveTo>
                  <a:pt x="0" y="0"/>
                </a:moveTo>
                <a:lnTo>
                  <a:pt x="1154507" y="0"/>
                </a:lnTo>
                <a:lnTo>
                  <a:pt x="1154507" y="1097263"/>
                </a:lnTo>
                <a:lnTo>
                  <a:pt x="0" y="109726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5" name="Freeform 15"/>
          <p:cNvSpPr/>
          <p:nvPr/>
        </p:nvSpPr>
        <p:spPr>
          <a:xfrm>
            <a:off x="15741052" y="1069571"/>
            <a:ext cx="1070383" cy="1017310"/>
          </a:xfrm>
          <a:custGeom>
            <a:avLst/>
            <a:gdLst/>
            <a:ahLst/>
            <a:cxnLst/>
            <a:rect l="l" t="t" r="r" b="b"/>
            <a:pathLst>
              <a:path w="1070383" h="1017310">
                <a:moveTo>
                  <a:pt x="0" y="0"/>
                </a:moveTo>
                <a:lnTo>
                  <a:pt x="1070383" y="0"/>
                </a:lnTo>
                <a:lnTo>
                  <a:pt x="1070383" y="1017310"/>
                </a:lnTo>
                <a:lnTo>
                  <a:pt x="0" y="101731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6" name="Freeform 16"/>
          <p:cNvSpPr/>
          <p:nvPr/>
        </p:nvSpPr>
        <p:spPr>
          <a:xfrm rot="-5400000">
            <a:off x="4107482" y="-671344"/>
            <a:ext cx="801710" cy="1792788"/>
          </a:xfrm>
          <a:custGeom>
            <a:avLst/>
            <a:gdLst/>
            <a:ahLst/>
            <a:cxnLst/>
            <a:rect l="l" t="t" r="r" b="b"/>
            <a:pathLst>
              <a:path w="801710" h="1792788">
                <a:moveTo>
                  <a:pt x="0" y="0"/>
                </a:moveTo>
                <a:lnTo>
                  <a:pt x="801710" y="0"/>
                </a:lnTo>
                <a:lnTo>
                  <a:pt x="801710" y="1792788"/>
                </a:lnTo>
                <a:lnTo>
                  <a:pt x="0" y="1792788"/>
                </a:lnTo>
                <a:lnTo>
                  <a:pt x="0" y="0"/>
                </a:lnTo>
                <a:close/>
              </a:path>
            </a:pathLst>
          </a:custGeom>
          <a:blipFill>
            <a:blip r:embed="rId14"/>
            <a:stretch>
              <a:fillRect r="-405796"/>
            </a:stretch>
          </a:blipFill>
        </p:spPr>
      </p:sp>
      <p:sp>
        <p:nvSpPr>
          <p:cNvPr id="17" name="Freeform 17"/>
          <p:cNvSpPr/>
          <p:nvPr/>
        </p:nvSpPr>
        <p:spPr>
          <a:xfrm rot="-5400000">
            <a:off x="16936250" y="6714187"/>
            <a:ext cx="943843" cy="1119881"/>
          </a:xfrm>
          <a:custGeom>
            <a:avLst/>
            <a:gdLst/>
            <a:ahLst/>
            <a:cxnLst/>
            <a:rect l="l" t="t" r="r" b="b"/>
            <a:pathLst>
              <a:path w="943843" h="1119881">
                <a:moveTo>
                  <a:pt x="0" y="0"/>
                </a:moveTo>
                <a:lnTo>
                  <a:pt x="943842" y="0"/>
                </a:lnTo>
                <a:lnTo>
                  <a:pt x="943842" y="1119882"/>
                </a:lnTo>
                <a:lnTo>
                  <a:pt x="0" y="1119882"/>
                </a:lnTo>
                <a:lnTo>
                  <a:pt x="0" y="0"/>
                </a:lnTo>
                <a:close/>
              </a:path>
            </a:pathLst>
          </a:custGeom>
          <a:blipFill>
            <a:blip r:embed="rId14"/>
            <a:stretch>
              <a:fillRect l="-153289" r="-15081"/>
            </a:stretch>
          </a:blipFill>
        </p:spPr>
      </p:sp>
      <p:sp>
        <p:nvSpPr>
          <p:cNvPr id="18" name="Freeform 18"/>
          <p:cNvSpPr/>
          <p:nvPr/>
        </p:nvSpPr>
        <p:spPr>
          <a:xfrm>
            <a:off x="870081" y="4389995"/>
            <a:ext cx="3829149" cy="898109"/>
          </a:xfrm>
          <a:custGeom>
            <a:avLst/>
            <a:gdLst/>
            <a:ahLst/>
            <a:cxnLst/>
            <a:rect l="l" t="t" r="r" b="b"/>
            <a:pathLst>
              <a:path w="3829149" h="898109">
                <a:moveTo>
                  <a:pt x="0" y="0"/>
                </a:moveTo>
                <a:lnTo>
                  <a:pt x="3829149" y="0"/>
                </a:lnTo>
                <a:lnTo>
                  <a:pt x="3829149" y="898109"/>
                </a:lnTo>
                <a:lnTo>
                  <a:pt x="0" y="8981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9" name="Freeform 19"/>
          <p:cNvSpPr/>
          <p:nvPr/>
        </p:nvSpPr>
        <p:spPr>
          <a:xfrm>
            <a:off x="13587882" y="2796596"/>
            <a:ext cx="3829149" cy="898109"/>
          </a:xfrm>
          <a:custGeom>
            <a:avLst/>
            <a:gdLst/>
            <a:ahLst/>
            <a:cxnLst/>
            <a:rect l="l" t="t" r="r" b="b"/>
            <a:pathLst>
              <a:path w="3829149" h="898109">
                <a:moveTo>
                  <a:pt x="0" y="0"/>
                </a:moveTo>
                <a:lnTo>
                  <a:pt x="3829149" y="0"/>
                </a:lnTo>
                <a:lnTo>
                  <a:pt x="3829149" y="898110"/>
                </a:lnTo>
                <a:lnTo>
                  <a:pt x="0" y="89811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 name="Freeform 20"/>
          <p:cNvSpPr/>
          <p:nvPr/>
        </p:nvSpPr>
        <p:spPr>
          <a:xfrm>
            <a:off x="6324694" y="2877959"/>
            <a:ext cx="5493058" cy="4114800"/>
          </a:xfrm>
          <a:custGeom>
            <a:avLst/>
            <a:gdLst/>
            <a:ahLst/>
            <a:cxnLst/>
            <a:rect l="l" t="t" r="r" b="b"/>
            <a:pathLst>
              <a:path w="5493058" h="4114800">
                <a:moveTo>
                  <a:pt x="0" y="0"/>
                </a:moveTo>
                <a:lnTo>
                  <a:pt x="5493058" y="0"/>
                </a:lnTo>
                <a:lnTo>
                  <a:pt x="5493058" y="4114800"/>
                </a:lnTo>
                <a:lnTo>
                  <a:pt x="0" y="411480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21" name="Freeform 21"/>
          <p:cNvSpPr/>
          <p:nvPr/>
        </p:nvSpPr>
        <p:spPr>
          <a:xfrm rot="-8100000">
            <a:off x="10725002" y="3103597"/>
            <a:ext cx="810436" cy="1134198"/>
          </a:xfrm>
          <a:custGeom>
            <a:avLst/>
            <a:gdLst/>
            <a:ahLst/>
            <a:cxnLst/>
            <a:rect l="l" t="t" r="r" b="b"/>
            <a:pathLst>
              <a:path w="810436" h="1134198">
                <a:moveTo>
                  <a:pt x="0" y="0"/>
                </a:moveTo>
                <a:lnTo>
                  <a:pt x="810436" y="0"/>
                </a:lnTo>
                <a:lnTo>
                  <a:pt x="810436" y="1134198"/>
                </a:lnTo>
                <a:lnTo>
                  <a:pt x="0" y="113419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2" name="Freeform 22"/>
          <p:cNvSpPr/>
          <p:nvPr/>
        </p:nvSpPr>
        <p:spPr>
          <a:xfrm rot="8673140" flipH="1">
            <a:off x="7727210" y="2227682"/>
            <a:ext cx="810436" cy="1134198"/>
          </a:xfrm>
          <a:custGeom>
            <a:avLst/>
            <a:gdLst/>
            <a:ahLst/>
            <a:cxnLst/>
            <a:rect l="l" t="t" r="r" b="b"/>
            <a:pathLst>
              <a:path w="810436" h="1134198">
                <a:moveTo>
                  <a:pt x="810436" y="0"/>
                </a:moveTo>
                <a:lnTo>
                  <a:pt x="0" y="0"/>
                </a:lnTo>
                <a:lnTo>
                  <a:pt x="0" y="1134199"/>
                </a:lnTo>
                <a:lnTo>
                  <a:pt x="810436" y="1134199"/>
                </a:lnTo>
                <a:lnTo>
                  <a:pt x="810436"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3" name="Freeform 23"/>
          <p:cNvSpPr/>
          <p:nvPr/>
        </p:nvSpPr>
        <p:spPr>
          <a:xfrm rot="-6379331" flipH="1">
            <a:off x="10771512" y="6416672"/>
            <a:ext cx="810436" cy="1134198"/>
          </a:xfrm>
          <a:custGeom>
            <a:avLst/>
            <a:gdLst/>
            <a:ahLst/>
            <a:cxnLst/>
            <a:rect l="l" t="t" r="r" b="b"/>
            <a:pathLst>
              <a:path w="810436" h="1134198">
                <a:moveTo>
                  <a:pt x="810436" y="0"/>
                </a:moveTo>
                <a:lnTo>
                  <a:pt x="0" y="0"/>
                </a:lnTo>
                <a:lnTo>
                  <a:pt x="0" y="1134198"/>
                </a:lnTo>
                <a:lnTo>
                  <a:pt x="810436" y="1134198"/>
                </a:lnTo>
                <a:lnTo>
                  <a:pt x="810436"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4" name="Freeform 24"/>
          <p:cNvSpPr/>
          <p:nvPr/>
        </p:nvSpPr>
        <p:spPr>
          <a:xfrm rot="2699999">
            <a:off x="7127718" y="5936363"/>
            <a:ext cx="810436" cy="1134198"/>
          </a:xfrm>
          <a:custGeom>
            <a:avLst/>
            <a:gdLst/>
            <a:ahLst/>
            <a:cxnLst/>
            <a:rect l="l" t="t" r="r" b="b"/>
            <a:pathLst>
              <a:path w="810436" h="1134198">
                <a:moveTo>
                  <a:pt x="0" y="0"/>
                </a:moveTo>
                <a:lnTo>
                  <a:pt x="810437" y="0"/>
                </a:lnTo>
                <a:lnTo>
                  <a:pt x="810437" y="1134198"/>
                </a:lnTo>
                <a:lnTo>
                  <a:pt x="0" y="113419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5" name="TextBox 25"/>
          <p:cNvSpPr txBox="1"/>
          <p:nvPr/>
        </p:nvSpPr>
        <p:spPr>
          <a:xfrm>
            <a:off x="7007269" y="3410991"/>
            <a:ext cx="4273463" cy="3092471"/>
          </a:xfrm>
          <a:prstGeom prst="rect">
            <a:avLst/>
          </a:prstGeom>
        </p:spPr>
        <p:txBody>
          <a:bodyPr lIns="0" tIns="0" rIns="0" bIns="0" rtlCol="0" anchor="t">
            <a:spAutoFit/>
          </a:bodyPr>
          <a:lstStyle/>
          <a:p>
            <a:pPr algn="ctr">
              <a:lnSpc>
                <a:spcPts val="11663"/>
              </a:lnSpc>
            </a:pPr>
            <a:r>
              <a:rPr lang="en-US" sz="10603">
                <a:solidFill>
                  <a:srgbClr val="533D32"/>
                </a:solidFill>
                <a:latin typeface="Scripter"/>
                <a:ea typeface="Scripter"/>
                <a:cs typeface="Scripter"/>
                <a:sym typeface="Scripter"/>
              </a:rPr>
              <a:t>MIND MAP</a:t>
            </a:r>
          </a:p>
        </p:txBody>
      </p:sp>
      <p:sp>
        <p:nvSpPr>
          <p:cNvPr id="26" name="TextBox 26"/>
          <p:cNvSpPr txBox="1"/>
          <p:nvPr/>
        </p:nvSpPr>
        <p:spPr>
          <a:xfrm>
            <a:off x="10920634" y="272440"/>
            <a:ext cx="2478534" cy="501372"/>
          </a:xfrm>
          <a:prstGeom prst="rect">
            <a:avLst/>
          </a:prstGeom>
        </p:spPr>
        <p:txBody>
          <a:bodyPr lIns="0" tIns="0" rIns="0" bIns="0" rtlCol="0" anchor="t">
            <a:spAutoFit/>
          </a:bodyPr>
          <a:lstStyle/>
          <a:p>
            <a:pPr algn="ctr">
              <a:lnSpc>
                <a:spcPts val="3825"/>
              </a:lnSpc>
            </a:pPr>
            <a:r>
              <a:rPr lang="en-US" sz="3478">
                <a:solidFill>
                  <a:srgbClr val="533D32"/>
                </a:solidFill>
                <a:latin typeface="Anton"/>
                <a:ea typeface="Anton"/>
                <a:cs typeface="Anton"/>
                <a:sym typeface="Anton"/>
              </a:rPr>
              <a:t>ƯU ĐIỂM</a:t>
            </a:r>
          </a:p>
        </p:txBody>
      </p:sp>
      <p:sp>
        <p:nvSpPr>
          <p:cNvPr id="27" name="TextBox 27"/>
          <p:cNvSpPr txBox="1"/>
          <p:nvPr/>
        </p:nvSpPr>
        <p:spPr>
          <a:xfrm>
            <a:off x="10442688" y="867364"/>
            <a:ext cx="4822688" cy="2174717"/>
          </a:xfrm>
          <a:prstGeom prst="rect">
            <a:avLst/>
          </a:prstGeom>
        </p:spPr>
        <p:txBody>
          <a:bodyPr lIns="0" tIns="0" rIns="0" bIns="0" rtlCol="0" anchor="t">
            <a:spAutoFit/>
          </a:bodyPr>
          <a:lstStyle/>
          <a:p>
            <a:pPr marL="541097" lvl="1" indent="-270548" algn="l">
              <a:lnSpc>
                <a:spcPts val="3508"/>
              </a:lnSpc>
              <a:buFont typeface="Arial"/>
              <a:buChar char="•"/>
            </a:pPr>
            <a:r>
              <a:rPr lang="en-US" sz="2506">
                <a:solidFill>
                  <a:srgbClr val="533D32"/>
                </a:solidFill>
                <a:latin typeface="Anton"/>
                <a:ea typeface="Anton"/>
                <a:cs typeface="Anton"/>
                <a:sym typeface="Anton"/>
              </a:rPr>
              <a:t>Sáng tạo, không bị gò bó</a:t>
            </a:r>
          </a:p>
          <a:p>
            <a:pPr marL="541097" lvl="1" indent="-270548" algn="l">
              <a:lnSpc>
                <a:spcPts val="3508"/>
              </a:lnSpc>
              <a:buFont typeface="Arial"/>
              <a:buChar char="•"/>
            </a:pPr>
            <a:r>
              <a:rPr lang="en-US" sz="2506">
                <a:solidFill>
                  <a:srgbClr val="533D32"/>
                </a:solidFill>
                <a:latin typeface="Anton"/>
                <a:ea typeface="Anton"/>
                <a:cs typeface="Anton"/>
                <a:sym typeface="Anton"/>
              </a:rPr>
              <a:t>Có cơ hội tạo thương hiệu riêng</a:t>
            </a:r>
          </a:p>
          <a:p>
            <a:pPr marL="541097" lvl="1" indent="-270548" algn="l">
              <a:lnSpc>
                <a:spcPts val="3508"/>
              </a:lnSpc>
              <a:buFont typeface="Arial"/>
              <a:buChar char="•"/>
            </a:pPr>
            <a:r>
              <a:rPr lang="en-US" sz="2506">
                <a:solidFill>
                  <a:srgbClr val="533D32"/>
                </a:solidFill>
                <a:latin typeface="Anton"/>
                <a:ea typeface="Anton"/>
                <a:cs typeface="Anton"/>
                <a:sym typeface="Anton"/>
              </a:rPr>
              <a:t>Thu nhập cao nếu thành công</a:t>
            </a:r>
          </a:p>
          <a:p>
            <a:pPr marL="541097" lvl="1" indent="-270548" algn="l">
              <a:lnSpc>
                <a:spcPts val="3508"/>
              </a:lnSpc>
              <a:buFont typeface="Arial"/>
              <a:buChar char="•"/>
            </a:pPr>
            <a:r>
              <a:rPr lang="en-US" sz="2506">
                <a:solidFill>
                  <a:srgbClr val="533D32"/>
                </a:solidFill>
                <a:latin typeface="Anton"/>
                <a:ea typeface="Anton"/>
                <a:cs typeface="Anton"/>
                <a:sym typeface="Anton"/>
              </a:rPr>
              <a:t>Làm việc trong môi trường nghệ thuật, năng động</a:t>
            </a:r>
          </a:p>
        </p:txBody>
      </p:sp>
      <p:sp>
        <p:nvSpPr>
          <p:cNvPr id="28" name="TextBox 28"/>
          <p:cNvSpPr txBox="1"/>
          <p:nvPr/>
        </p:nvSpPr>
        <p:spPr>
          <a:xfrm>
            <a:off x="2709531" y="887376"/>
            <a:ext cx="2786093" cy="512167"/>
          </a:xfrm>
          <a:prstGeom prst="rect">
            <a:avLst/>
          </a:prstGeom>
        </p:spPr>
        <p:txBody>
          <a:bodyPr lIns="0" tIns="0" rIns="0" bIns="0" rtlCol="0" anchor="t">
            <a:spAutoFit/>
          </a:bodyPr>
          <a:lstStyle/>
          <a:p>
            <a:pPr algn="ctr">
              <a:lnSpc>
                <a:spcPts val="3935"/>
              </a:lnSpc>
            </a:pPr>
            <a:r>
              <a:rPr lang="en-US" sz="3578">
                <a:solidFill>
                  <a:srgbClr val="533D32"/>
                </a:solidFill>
                <a:latin typeface="Anton"/>
                <a:ea typeface="Anton"/>
                <a:cs typeface="Anton"/>
                <a:sym typeface="Anton"/>
              </a:rPr>
              <a:t>KHÁI NIỆM </a:t>
            </a:r>
          </a:p>
        </p:txBody>
      </p:sp>
      <p:sp>
        <p:nvSpPr>
          <p:cNvPr id="29" name="TextBox 29"/>
          <p:cNvSpPr txBox="1"/>
          <p:nvPr/>
        </p:nvSpPr>
        <p:spPr>
          <a:xfrm>
            <a:off x="870081" y="1457723"/>
            <a:ext cx="6662855" cy="2446496"/>
          </a:xfrm>
          <a:prstGeom prst="rect">
            <a:avLst/>
          </a:prstGeom>
        </p:spPr>
        <p:txBody>
          <a:bodyPr lIns="0" tIns="0" rIns="0" bIns="0" rtlCol="0" anchor="t">
            <a:spAutoFit/>
          </a:bodyPr>
          <a:lstStyle/>
          <a:p>
            <a:pPr algn="ctr">
              <a:lnSpc>
                <a:spcPts val="3228"/>
              </a:lnSpc>
            </a:pPr>
            <a:r>
              <a:rPr lang="en-US" sz="2306">
                <a:solidFill>
                  <a:srgbClr val="533D32"/>
                </a:solidFill>
                <a:latin typeface="Anton"/>
                <a:ea typeface="Anton"/>
                <a:cs typeface="Anton"/>
                <a:sym typeface="Anton"/>
              </a:rPr>
              <a:t>Thiết kế thời trang là ngành sáng tạo kết hợp giữa nghệ thuật, thẩm mỹ và kỹ thuật để tạo ra quần áo, phụ kiện (giày dép, túi xách, trang sức) phù hợp với xu hướng và nhu cầu người tiêu dùng. Đây là quy trình toàn diện từ nghiên cứu xu hướng, phác thảo, chọn chất liệu đến cắt may và sản xuất.</a:t>
            </a:r>
          </a:p>
        </p:txBody>
      </p:sp>
      <p:sp>
        <p:nvSpPr>
          <p:cNvPr id="30" name="TextBox 30"/>
          <p:cNvSpPr txBox="1"/>
          <p:nvPr/>
        </p:nvSpPr>
        <p:spPr>
          <a:xfrm>
            <a:off x="13136716" y="6054091"/>
            <a:ext cx="2258849" cy="589637"/>
          </a:xfrm>
          <a:prstGeom prst="rect">
            <a:avLst/>
          </a:prstGeom>
        </p:spPr>
        <p:txBody>
          <a:bodyPr lIns="0" tIns="0" rIns="0" bIns="0" rtlCol="0" anchor="t">
            <a:spAutoFit/>
          </a:bodyPr>
          <a:lstStyle/>
          <a:p>
            <a:pPr algn="ctr">
              <a:lnSpc>
                <a:spcPts val="2395"/>
              </a:lnSpc>
            </a:pPr>
            <a:r>
              <a:rPr lang="en-US" sz="2178">
                <a:solidFill>
                  <a:srgbClr val="533D32"/>
                </a:solidFill>
                <a:latin typeface="Anton"/>
                <a:ea typeface="Anton"/>
                <a:cs typeface="Anton"/>
                <a:sym typeface="Anton"/>
              </a:rPr>
              <a:t>CƠ SỞ ĐÀO TẠO NGÀNH THIẾT KẾ THỜI TRANG</a:t>
            </a:r>
          </a:p>
        </p:txBody>
      </p:sp>
      <p:sp>
        <p:nvSpPr>
          <p:cNvPr id="31" name="TextBox 31"/>
          <p:cNvSpPr txBox="1"/>
          <p:nvPr/>
        </p:nvSpPr>
        <p:spPr>
          <a:xfrm>
            <a:off x="12351566" y="6789959"/>
            <a:ext cx="5065465" cy="2315686"/>
          </a:xfrm>
          <a:prstGeom prst="rect">
            <a:avLst/>
          </a:prstGeom>
        </p:spPr>
        <p:txBody>
          <a:bodyPr lIns="0" tIns="0" rIns="0" bIns="0" rtlCol="0" anchor="t">
            <a:spAutoFit/>
          </a:bodyPr>
          <a:lstStyle/>
          <a:p>
            <a:pPr marL="476328" lvl="1" indent="-238164" algn="l">
              <a:lnSpc>
                <a:spcPts val="3088"/>
              </a:lnSpc>
              <a:buFont typeface="Arial"/>
              <a:buChar char="•"/>
            </a:pPr>
            <a:r>
              <a:rPr lang="en-US" sz="2206">
                <a:solidFill>
                  <a:srgbClr val="533D32"/>
                </a:solidFill>
                <a:latin typeface="Anton"/>
                <a:ea typeface="Anton"/>
                <a:cs typeface="Anton"/>
                <a:sym typeface="Anton"/>
              </a:rPr>
              <a:t>Đại học tại Việt Nam</a:t>
            </a:r>
          </a:p>
          <a:p>
            <a:pPr marL="476328" lvl="1" indent="-238164" algn="l">
              <a:lnSpc>
                <a:spcPts val="3088"/>
              </a:lnSpc>
              <a:buFont typeface="Arial"/>
              <a:buChar char="•"/>
            </a:pPr>
            <a:r>
              <a:rPr lang="en-US" sz="2206">
                <a:solidFill>
                  <a:srgbClr val="533D32"/>
                </a:solidFill>
                <a:latin typeface="Anton"/>
                <a:ea typeface="Anton"/>
                <a:cs typeface="Anton"/>
                <a:sym typeface="Anton"/>
              </a:rPr>
              <a:t>Đại học Kiến trúc Hà Nội</a:t>
            </a:r>
          </a:p>
          <a:p>
            <a:pPr marL="476328" lvl="1" indent="-238164" algn="l">
              <a:lnSpc>
                <a:spcPts val="3088"/>
              </a:lnSpc>
              <a:buFont typeface="Arial"/>
              <a:buChar char="•"/>
            </a:pPr>
            <a:r>
              <a:rPr lang="en-US" sz="2206">
                <a:solidFill>
                  <a:srgbClr val="533D32"/>
                </a:solidFill>
                <a:latin typeface="Anton"/>
                <a:ea typeface="Anton"/>
                <a:cs typeface="Anton"/>
                <a:sym typeface="Anton"/>
              </a:rPr>
              <a:t>Đại học Mỹ thuật Công nghiệp Hà Nội</a:t>
            </a:r>
          </a:p>
          <a:p>
            <a:pPr marL="476328" lvl="1" indent="-238164" algn="l">
              <a:lnSpc>
                <a:spcPts val="3088"/>
              </a:lnSpc>
              <a:buFont typeface="Arial"/>
              <a:buChar char="•"/>
            </a:pPr>
            <a:r>
              <a:rPr lang="en-US" sz="2206">
                <a:solidFill>
                  <a:srgbClr val="533D32"/>
                </a:solidFill>
                <a:latin typeface="Anton"/>
                <a:ea typeface="Anton"/>
                <a:cs typeface="Anton"/>
                <a:sym typeface="Anton"/>
              </a:rPr>
              <a:t>Đại học Văn Lang (TP.HCM)</a:t>
            </a:r>
          </a:p>
          <a:p>
            <a:pPr marL="476328" lvl="1" indent="-238164" algn="l">
              <a:lnSpc>
                <a:spcPts val="3088"/>
              </a:lnSpc>
              <a:buFont typeface="Arial"/>
              <a:buChar char="•"/>
            </a:pPr>
            <a:r>
              <a:rPr lang="en-US" sz="2206">
                <a:solidFill>
                  <a:srgbClr val="533D32"/>
                </a:solidFill>
                <a:latin typeface="Anton"/>
                <a:ea typeface="Anton"/>
                <a:cs typeface="Anton"/>
                <a:sym typeface="Anton"/>
              </a:rPr>
              <a:t>Đại học Hoa Sen (TP.HCM)</a:t>
            </a:r>
          </a:p>
          <a:p>
            <a:pPr marL="476328" lvl="1" indent="-238164" algn="l">
              <a:lnSpc>
                <a:spcPts val="3088"/>
              </a:lnSpc>
              <a:buFont typeface="Arial"/>
              <a:buChar char="•"/>
            </a:pPr>
            <a:r>
              <a:rPr lang="en-US" sz="2206">
                <a:solidFill>
                  <a:srgbClr val="533D32"/>
                </a:solidFill>
                <a:latin typeface="Anton"/>
                <a:ea typeface="Anton"/>
                <a:cs typeface="Anton"/>
                <a:sym typeface="Anton"/>
              </a:rPr>
              <a:t>Đại học Tôn Đức Thắng (TP.HCM)</a:t>
            </a:r>
          </a:p>
        </p:txBody>
      </p:sp>
      <p:sp>
        <p:nvSpPr>
          <p:cNvPr id="32" name="TextBox 32"/>
          <p:cNvSpPr txBox="1"/>
          <p:nvPr/>
        </p:nvSpPr>
        <p:spPr>
          <a:xfrm>
            <a:off x="6007144" y="7656324"/>
            <a:ext cx="6532090" cy="2812256"/>
          </a:xfrm>
          <a:prstGeom prst="rect">
            <a:avLst/>
          </a:prstGeom>
        </p:spPr>
        <p:txBody>
          <a:bodyPr lIns="0" tIns="0" rIns="0" bIns="0" rtlCol="0" anchor="t">
            <a:spAutoFit/>
          </a:bodyPr>
          <a:lstStyle/>
          <a:p>
            <a:pPr algn="l">
              <a:lnSpc>
                <a:spcPts val="3228"/>
              </a:lnSpc>
            </a:pPr>
            <a:r>
              <a:rPr lang="en-US" sz="2306">
                <a:solidFill>
                  <a:srgbClr val="533D32"/>
                </a:solidFill>
                <a:latin typeface="Anton"/>
                <a:ea typeface="Anton"/>
                <a:cs typeface="Anton"/>
                <a:sym typeface="Anton"/>
              </a:rPr>
              <a:t>Có khả năng sáng tạo, thẩm mỹ tốt</a:t>
            </a:r>
          </a:p>
          <a:p>
            <a:pPr algn="l">
              <a:lnSpc>
                <a:spcPts val="3228"/>
              </a:lnSpc>
            </a:pPr>
            <a:r>
              <a:rPr lang="en-US" sz="2306">
                <a:solidFill>
                  <a:srgbClr val="533D32"/>
                </a:solidFill>
                <a:latin typeface="Anton"/>
                <a:ea typeface="Anton"/>
                <a:cs typeface="Anton"/>
                <a:sym typeface="Anton"/>
              </a:rPr>
              <a:t>Biết vẽ phác thảo và tư duy thiết kế</a:t>
            </a:r>
          </a:p>
          <a:p>
            <a:pPr algn="l">
              <a:lnSpc>
                <a:spcPts val="3228"/>
              </a:lnSpc>
            </a:pPr>
            <a:r>
              <a:rPr lang="en-US" sz="2306">
                <a:solidFill>
                  <a:srgbClr val="533D32"/>
                </a:solidFill>
                <a:latin typeface="Anton"/>
                <a:ea typeface="Anton"/>
                <a:cs typeface="Anton"/>
                <a:sym typeface="Anton"/>
              </a:rPr>
              <a:t>Hiểu về chất liệu, màu sắc, xu hướng thời trang</a:t>
            </a:r>
          </a:p>
          <a:p>
            <a:pPr algn="l">
              <a:lnSpc>
                <a:spcPts val="3228"/>
              </a:lnSpc>
            </a:pPr>
            <a:r>
              <a:rPr lang="en-US" sz="2306">
                <a:solidFill>
                  <a:srgbClr val="533D32"/>
                </a:solidFill>
                <a:latin typeface="Anton"/>
                <a:ea typeface="Anton"/>
                <a:cs typeface="Anton"/>
                <a:sym typeface="Anton"/>
              </a:rPr>
              <a:t>Kỹ năng may, cắt rập cơ bản</a:t>
            </a:r>
          </a:p>
          <a:p>
            <a:pPr algn="l">
              <a:lnSpc>
                <a:spcPts val="3368"/>
              </a:lnSpc>
            </a:pPr>
            <a:r>
              <a:rPr lang="en-US" sz="2406">
                <a:solidFill>
                  <a:srgbClr val="533D32"/>
                </a:solidFill>
                <a:latin typeface="Anton"/>
                <a:ea typeface="Anton"/>
                <a:cs typeface="Anton"/>
                <a:sym typeface="Anton"/>
              </a:rPr>
              <a:t>Sử dụng được phần mềm thiết kế (AI, Photoshop…)</a:t>
            </a:r>
          </a:p>
          <a:p>
            <a:pPr algn="l">
              <a:lnSpc>
                <a:spcPts val="3228"/>
              </a:lnSpc>
            </a:pPr>
            <a:r>
              <a:rPr lang="en-US" sz="2306">
                <a:solidFill>
                  <a:srgbClr val="533D32"/>
                </a:solidFill>
                <a:latin typeface="Anton"/>
                <a:ea typeface="Anton"/>
                <a:cs typeface="Anton"/>
                <a:sym typeface="Anton"/>
              </a:rPr>
              <a:t>Kiên nhẫn, tỉ mỉ và chịu được áp lực công việc</a:t>
            </a:r>
          </a:p>
          <a:p>
            <a:pPr algn="l">
              <a:lnSpc>
                <a:spcPts val="2808"/>
              </a:lnSpc>
            </a:pPr>
            <a:endParaRPr lang="en-US" sz="2306">
              <a:solidFill>
                <a:srgbClr val="533D32"/>
              </a:solidFill>
              <a:latin typeface="Anton"/>
              <a:ea typeface="Anton"/>
              <a:cs typeface="Anton"/>
              <a:sym typeface="Anton"/>
            </a:endParaRPr>
          </a:p>
        </p:txBody>
      </p:sp>
      <p:sp>
        <p:nvSpPr>
          <p:cNvPr id="33" name="TextBox 33"/>
          <p:cNvSpPr txBox="1"/>
          <p:nvPr/>
        </p:nvSpPr>
        <p:spPr>
          <a:xfrm>
            <a:off x="1476743" y="4755793"/>
            <a:ext cx="2615826" cy="387707"/>
          </a:xfrm>
          <a:prstGeom prst="rect">
            <a:avLst/>
          </a:prstGeom>
        </p:spPr>
        <p:txBody>
          <a:bodyPr lIns="0" tIns="0" rIns="0" bIns="0" rtlCol="0" anchor="t">
            <a:spAutoFit/>
          </a:bodyPr>
          <a:lstStyle/>
          <a:p>
            <a:pPr algn="ctr">
              <a:lnSpc>
                <a:spcPts val="3055"/>
              </a:lnSpc>
            </a:pPr>
            <a:r>
              <a:rPr lang="en-US" sz="2778">
                <a:solidFill>
                  <a:srgbClr val="533D32"/>
                </a:solidFill>
                <a:latin typeface="Anton"/>
                <a:ea typeface="Anton"/>
                <a:cs typeface="Anton"/>
                <a:sym typeface="Anton"/>
              </a:rPr>
              <a:t>CƠ HỘI PHÁT TRIỂN</a:t>
            </a:r>
          </a:p>
        </p:txBody>
      </p:sp>
      <p:sp>
        <p:nvSpPr>
          <p:cNvPr id="34" name="TextBox 34"/>
          <p:cNvSpPr txBox="1"/>
          <p:nvPr/>
        </p:nvSpPr>
        <p:spPr>
          <a:xfrm>
            <a:off x="14266140" y="3104069"/>
            <a:ext cx="2258849" cy="387707"/>
          </a:xfrm>
          <a:prstGeom prst="rect">
            <a:avLst/>
          </a:prstGeom>
        </p:spPr>
        <p:txBody>
          <a:bodyPr lIns="0" tIns="0" rIns="0" bIns="0" rtlCol="0" anchor="t">
            <a:spAutoFit/>
          </a:bodyPr>
          <a:lstStyle/>
          <a:p>
            <a:pPr algn="ctr">
              <a:lnSpc>
                <a:spcPts val="3055"/>
              </a:lnSpc>
            </a:pPr>
            <a:r>
              <a:rPr lang="en-US" sz="2778">
                <a:solidFill>
                  <a:srgbClr val="533D32"/>
                </a:solidFill>
                <a:latin typeface="Anton"/>
                <a:ea typeface="Anton"/>
                <a:cs typeface="Anton"/>
                <a:sym typeface="Anton"/>
              </a:rPr>
              <a:t>NHƯỢC ĐIỂM</a:t>
            </a:r>
          </a:p>
        </p:txBody>
      </p:sp>
      <p:sp>
        <p:nvSpPr>
          <p:cNvPr id="35" name="TextBox 35"/>
          <p:cNvSpPr txBox="1"/>
          <p:nvPr/>
        </p:nvSpPr>
        <p:spPr>
          <a:xfrm>
            <a:off x="13471447" y="3676005"/>
            <a:ext cx="4496664" cy="2287988"/>
          </a:xfrm>
          <a:prstGeom prst="rect">
            <a:avLst/>
          </a:prstGeom>
        </p:spPr>
        <p:txBody>
          <a:bodyPr lIns="0" tIns="0" rIns="0" bIns="0" rtlCol="0" anchor="t">
            <a:spAutoFit/>
          </a:bodyPr>
          <a:lstStyle/>
          <a:p>
            <a:pPr marL="467259" lvl="1" indent="-233630" algn="l">
              <a:lnSpc>
                <a:spcPts val="3029"/>
              </a:lnSpc>
              <a:buFont typeface="Arial"/>
              <a:buChar char="•"/>
            </a:pPr>
            <a:r>
              <a:rPr lang="en-US" sz="2164">
                <a:solidFill>
                  <a:srgbClr val="533D32"/>
                </a:solidFill>
                <a:latin typeface="Anton"/>
                <a:ea typeface="Anton"/>
                <a:cs typeface="Anton"/>
                <a:sym typeface="Anton"/>
              </a:rPr>
              <a:t>Cạnh tranh rất cao</a:t>
            </a:r>
          </a:p>
          <a:p>
            <a:pPr marL="467259" lvl="1" indent="-233630" algn="l">
              <a:lnSpc>
                <a:spcPts val="3029"/>
              </a:lnSpc>
              <a:buFont typeface="Arial"/>
              <a:buChar char="•"/>
            </a:pPr>
            <a:r>
              <a:rPr lang="en-US" sz="2164">
                <a:solidFill>
                  <a:srgbClr val="533D32"/>
                </a:solidFill>
                <a:latin typeface="Anton"/>
                <a:ea typeface="Anton"/>
                <a:cs typeface="Anton"/>
                <a:sym typeface="Anton"/>
              </a:rPr>
              <a:t>Phải học và luyện kỹ năng lâu dài</a:t>
            </a:r>
          </a:p>
          <a:p>
            <a:pPr marL="467259" lvl="1" indent="-233630" algn="l">
              <a:lnSpc>
                <a:spcPts val="3029"/>
              </a:lnSpc>
              <a:buFont typeface="Arial"/>
              <a:buChar char="•"/>
            </a:pPr>
            <a:r>
              <a:rPr lang="en-US" sz="2164">
                <a:solidFill>
                  <a:srgbClr val="533D32"/>
                </a:solidFill>
                <a:latin typeface="Anton"/>
                <a:ea typeface="Anton"/>
                <a:cs typeface="Anton"/>
                <a:sym typeface="Anton"/>
              </a:rPr>
              <a:t>Áp lực chạy theo xu hướng liên tục</a:t>
            </a:r>
          </a:p>
          <a:p>
            <a:pPr marL="467259" lvl="1" indent="-233630" algn="l">
              <a:lnSpc>
                <a:spcPts val="3029"/>
              </a:lnSpc>
              <a:buFont typeface="Arial"/>
              <a:buChar char="•"/>
            </a:pPr>
            <a:r>
              <a:rPr lang="en-US" sz="2164">
                <a:solidFill>
                  <a:srgbClr val="533D32"/>
                </a:solidFill>
                <a:latin typeface="Anton"/>
                <a:ea typeface="Anton"/>
                <a:cs typeface="Anton"/>
                <a:sym typeface="Anton"/>
              </a:rPr>
              <a:t>Ban đầu thu nhập chưa ổn định</a:t>
            </a:r>
          </a:p>
          <a:p>
            <a:pPr algn="l">
              <a:lnSpc>
                <a:spcPts val="3029"/>
              </a:lnSpc>
            </a:pPr>
            <a:r>
              <a:rPr lang="en-US" sz="2164">
                <a:solidFill>
                  <a:srgbClr val="533D32"/>
                </a:solidFill>
                <a:latin typeface="Anton"/>
                <a:ea typeface="Anton"/>
                <a:cs typeface="Anton"/>
                <a:sym typeface="Anton"/>
              </a:rPr>
              <a:t> </a:t>
            </a:r>
          </a:p>
          <a:p>
            <a:pPr algn="l">
              <a:lnSpc>
                <a:spcPts val="3029"/>
              </a:lnSpc>
            </a:pPr>
            <a:endParaRPr lang="en-US" sz="2164">
              <a:solidFill>
                <a:srgbClr val="533D32"/>
              </a:solidFill>
              <a:latin typeface="Anton"/>
              <a:ea typeface="Anton"/>
              <a:cs typeface="Anton"/>
              <a:sym typeface="Anton"/>
            </a:endParaRPr>
          </a:p>
        </p:txBody>
      </p:sp>
      <p:sp>
        <p:nvSpPr>
          <p:cNvPr id="36" name="Freeform 36"/>
          <p:cNvSpPr/>
          <p:nvPr/>
        </p:nvSpPr>
        <p:spPr>
          <a:xfrm flipV="1">
            <a:off x="5557131" y="4661850"/>
            <a:ext cx="1600649" cy="963300"/>
          </a:xfrm>
          <a:custGeom>
            <a:avLst/>
            <a:gdLst/>
            <a:ahLst/>
            <a:cxnLst/>
            <a:rect l="l" t="t" r="r" b="b"/>
            <a:pathLst>
              <a:path w="1600649" h="963300">
                <a:moveTo>
                  <a:pt x="0" y="963300"/>
                </a:moveTo>
                <a:lnTo>
                  <a:pt x="1600649" y="963300"/>
                </a:lnTo>
                <a:lnTo>
                  <a:pt x="1600649" y="0"/>
                </a:lnTo>
                <a:lnTo>
                  <a:pt x="0" y="0"/>
                </a:lnTo>
                <a:lnTo>
                  <a:pt x="0" y="96330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37" name="Freeform 37"/>
          <p:cNvSpPr/>
          <p:nvPr/>
        </p:nvSpPr>
        <p:spPr>
          <a:xfrm flipH="1" flipV="1">
            <a:off x="11738909" y="4448658"/>
            <a:ext cx="1600649" cy="963300"/>
          </a:xfrm>
          <a:custGeom>
            <a:avLst/>
            <a:gdLst/>
            <a:ahLst/>
            <a:cxnLst/>
            <a:rect l="l" t="t" r="r" b="b"/>
            <a:pathLst>
              <a:path w="1600649" h="963300">
                <a:moveTo>
                  <a:pt x="1600649" y="963299"/>
                </a:moveTo>
                <a:lnTo>
                  <a:pt x="0" y="963299"/>
                </a:lnTo>
                <a:lnTo>
                  <a:pt x="0" y="0"/>
                </a:lnTo>
                <a:lnTo>
                  <a:pt x="1600649" y="0"/>
                </a:lnTo>
                <a:lnTo>
                  <a:pt x="1600649" y="963299"/>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38" name="TextBox 38"/>
          <p:cNvSpPr txBox="1"/>
          <p:nvPr/>
        </p:nvSpPr>
        <p:spPr>
          <a:xfrm>
            <a:off x="451574" y="5210175"/>
            <a:ext cx="5044050" cy="4105477"/>
          </a:xfrm>
          <a:prstGeom prst="rect">
            <a:avLst/>
          </a:prstGeom>
        </p:spPr>
        <p:txBody>
          <a:bodyPr lIns="0" tIns="0" rIns="0" bIns="0" rtlCol="0" anchor="t">
            <a:spAutoFit/>
          </a:bodyPr>
          <a:lstStyle/>
          <a:p>
            <a:pPr algn="l">
              <a:lnSpc>
                <a:spcPts val="2771"/>
              </a:lnSpc>
            </a:pPr>
            <a:r>
              <a:rPr lang="en-US" sz="1979">
                <a:solidFill>
                  <a:srgbClr val="533D32"/>
                </a:solidFill>
                <a:latin typeface="Anton"/>
                <a:ea typeface="Anton"/>
                <a:cs typeface="Anton"/>
                <a:sym typeface="Anton"/>
              </a:rPr>
              <a:t>Nhu cầu thị trường cao: Con người ngày càng chú trọng ngoại hình và phong cách cá nhân.</a:t>
            </a:r>
          </a:p>
          <a:p>
            <a:pPr algn="l">
              <a:lnSpc>
                <a:spcPts val="2771"/>
              </a:lnSpc>
            </a:pPr>
            <a:r>
              <a:rPr lang="en-US" sz="1979">
                <a:solidFill>
                  <a:srgbClr val="533D32"/>
                </a:solidFill>
                <a:latin typeface="Anton"/>
                <a:ea typeface="Anton"/>
                <a:cs typeface="Anton"/>
                <a:sym typeface="Anton"/>
              </a:rPr>
              <a:t>Đa dạng lĩnh vực: Làm việc trong thiết kế, sản xuất, marketing thời trang, stylist, sáng tạo nội dung…</a:t>
            </a:r>
          </a:p>
          <a:p>
            <a:pPr algn="l">
              <a:lnSpc>
                <a:spcPts val="2771"/>
              </a:lnSpc>
            </a:pPr>
            <a:r>
              <a:rPr lang="en-US" sz="1979">
                <a:solidFill>
                  <a:srgbClr val="533D32"/>
                </a:solidFill>
                <a:latin typeface="Anton"/>
                <a:ea typeface="Anton"/>
                <a:cs typeface="Anton"/>
                <a:sym typeface="Anton"/>
              </a:rPr>
              <a:t>Cơ hội toàn cầu: Có thể làm việc với thương hiệu quốc tế hoặc tự xây dựng thương hiệu cá nhân.</a:t>
            </a:r>
          </a:p>
          <a:p>
            <a:pPr algn="l">
              <a:lnSpc>
                <a:spcPts val="2771"/>
              </a:lnSpc>
            </a:pPr>
            <a:r>
              <a:rPr lang="en-US" sz="1979">
                <a:solidFill>
                  <a:srgbClr val="533D32"/>
                </a:solidFill>
                <a:latin typeface="Anton"/>
                <a:ea typeface="Anton"/>
                <a:cs typeface="Anton"/>
                <a:sym typeface="Anton"/>
              </a:rPr>
              <a:t>Phát triển nhờ công nghệ: Thời trang số, thiết kế 3D, bán hàng online mở rộng cơ hội nghề nghiệp.</a:t>
            </a:r>
          </a:p>
          <a:p>
            <a:pPr algn="l">
              <a:lnSpc>
                <a:spcPts val="2771"/>
              </a:lnSpc>
            </a:pPr>
            <a:r>
              <a:rPr lang="en-US" sz="1979">
                <a:solidFill>
                  <a:srgbClr val="533D32"/>
                </a:solidFill>
                <a:latin typeface="Anton"/>
                <a:ea typeface="Anton"/>
                <a:cs typeface="Anton"/>
                <a:sym typeface="Anton"/>
              </a:rPr>
              <a:t>Khởi nghiệp dễ tiếp cận: Có thể tự mở brand riêng nếu có ý tưởng và chiến lược tốt.</a:t>
            </a:r>
          </a:p>
          <a:p>
            <a:pPr algn="l">
              <a:lnSpc>
                <a:spcPts val="2480"/>
              </a:lnSpc>
            </a:pPr>
            <a:endParaRPr lang="en-US" sz="1979">
              <a:solidFill>
                <a:srgbClr val="533D32"/>
              </a:solidFill>
              <a:latin typeface="Anton"/>
              <a:ea typeface="Anton"/>
              <a:cs typeface="Anton"/>
              <a:sym typeface="Anton"/>
            </a:endParaRPr>
          </a:p>
        </p:txBody>
      </p:sp>
      <p:sp>
        <p:nvSpPr>
          <p:cNvPr id="39" name="TextBox 39"/>
          <p:cNvSpPr txBox="1"/>
          <p:nvPr/>
        </p:nvSpPr>
        <p:spPr>
          <a:xfrm>
            <a:off x="6183402" y="7263537"/>
            <a:ext cx="3460900" cy="440412"/>
          </a:xfrm>
          <a:prstGeom prst="rect">
            <a:avLst/>
          </a:prstGeom>
        </p:spPr>
        <p:txBody>
          <a:bodyPr lIns="0" tIns="0" rIns="0" bIns="0" rtlCol="0" anchor="t">
            <a:spAutoFit/>
          </a:bodyPr>
          <a:lstStyle/>
          <a:p>
            <a:pPr algn="ctr">
              <a:lnSpc>
                <a:spcPts val="3495"/>
              </a:lnSpc>
            </a:pPr>
            <a:r>
              <a:rPr lang="en-US" sz="3178">
                <a:solidFill>
                  <a:srgbClr val="533D32"/>
                </a:solidFill>
                <a:latin typeface="Anton"/>
                <a:ea typeface="Anton"/>
                <a:cs typeface="Anton"/>
                <a:sym typeface="Anton"/>
              </a:rPr>
              <a:t>YÊU CẦU CỦA NGHỀ </a:t>
            </a:r>
          </a:p>
        </p:txBody>
      </p:sp>
    </p:spTree>
  </p:cSld>
  <p:clrMapOvr>
    <a:masterClrMapping/>
  </p:clrMapOvr>
  <p:transition>
    <p:cover dir="d"/>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3F2"/>
        </a:solidFill>
        <a:effectLst/>
      </p:bgPr>
    </p:bg>
    <p:spTree>
      <p:nvGrpSpPr>
        <p:cNvPr id="1" name=""/>
        <p:cNvGrpSpPr/>
        <p:nvPr/>
      </p:nvGrpSpPr>
      <p:grpSpPr>
        <a:xfrm>
          <a:off x="0" y="0"/>
          <a:ext cx="0" cy="0"/>
          <a:chOff x="0" y="0"/>
          <a:chExt cx="0" cy="0"/>
        </a:xfrm>
      </p:grpSpPr>
      <p:sp>
        <p:nvSpPr>
          <p:cNvPr id="2" name="Freeform 2"/>
          <p:cNvSpPr/>
          <p:nvPr/>
        </p:nvSpPr>
        <p:spPr>
          <a:xfrm>
            <a:off x="-707050" y="3208745"/>
            <a:ext cx="19702100" cy="5946452"/>
          </a:xfrm>
          <a:custGeom>
            <a:avLst/>
            <a:gdLst/>
            <a:ahLst/>
            <a:cxnLst/>
            <a:rect l="l" t="t" r="r" b="b"/>
            <a:pathLst>
              <a:path w="19702100" h="5946452">
                <a:moveTo>
                  <a:pt x="0" y="0"/>
                </a:moveTo>
                <a:lnTo>
                  <a:pt x="19702100" y="0"/>
                </a:lnTo>
                <a:lnTo>
                  <a:pt x="19702100" y="5946453"/>
                </a:lnTo>
                <a:lnTo>
                  <a:pt x="0" y="59464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963188">
            <a:off x="10784719" y="8317453"/>
            <a:ext cx="1513374" cy="1337273"/>
          </a:xfrm>
          <a:custGeom>
            <a:avLst/>
            <a:gdLst/>
            <a:ahLst/>
            <a:cxnLst/>
            <a:rect l="l" t="t" r="r" b="b"/>
            <a:pathLst>
              <a:path w="1513374" h="1337273">
                <a:moveTo>
                  <a:pt x="0" y="0"/>
                </a:moveTo>
                <a:lnTo>
                  <a:pt x="1513374" y="0"/>
                </a:lnTo>
                <a:lnTo>
                  <a:pt x="1513374" y="1337272"/>
                </a:lnTo>
                <a:lnTo>
                  <a:pt x="0" y="13372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078061" y="9057239"/>
            <a:ext cx="20073111" cy="1744111"/>
            <a:chOff x="0" y="0"/>
            <a:chExt cx="5286745" cy="459354"/>
          </a:xfrm>
        </p:grpSpPr>
        <p:sp>
          <p:nvSpPr>
            <p:cNvPr id="5" name="Freeform 5"/>
            <p:cNvSpPr/>
            <p:nvPr/>
          </p:nvSpPr>
          <p:spPr>
            <a:xfrm>
              <a:off x="0" y="0"/>
              <a:ext cx="5286746" cy="459354"/>
            </a:xfrm>
            <a:custGeom>
              <a:avLst/>
              <a:gdLst/>
              <a:ahLst/>
              <a:cxnLst/>
              <a:rect l="l" t="t" r="r" b="b"/>
              <a:pathLst>
                <a:path w="5286746" h="459354">
                  <a:moveTo>
                    <a:pt x="0" y="0"/>
                  </a:moveTo>
                  <a:lnTo>
                    <a:pt x="5286746" y="0"/>
                  </a:lnTo>
                  <a:lnTo>
                    <a:pt x="5286746" y="459354"/>
                  </a:lnTo>
                  <a:lnTo>
                    <a:pt x="0" y="459354"/>
                  </a:lnTo>
                  <a:close/>
                </a:path>
              </a:pathLst>
            </a:custGeom>
            <a:solidFill>
              <a:srgbClr val="A4B0DA"/>
            </a:solidFill>
            <a:ln w="38100" cap="sq">
              <a:solidFill>
                <a:srgbClr val="000000"/>
              </a:solidFill>
              <a:prstDash val="solid"/>
              <a:miter/>
            </a:ln>
          </p:spPr>
        </p:sp>
        <p:sp>
          <p:nvSpPr>
            <p:cNvPr id="6" name="TextBox 6"/>
            <p:cNvSpPr txBox="1"/>
            <p:nvPr/>
          </p:nvSpPr>
          <p:spPr>
            <a:xfrm>
              <a:off x="0" y="-38100"/>
              <a:ext cx="5286745" cy="497454"/>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409805" y="2540109"/>
            <a:ext cx="1513374" cy="1337273"/>
          </a:xfrm>
          <a:custGeom>
            <a:avLst/>
            <a:gdLst/>
            <a:ahLst/>
            <a:cxnLst/>
            <a:rect l="l" t="t" r="r" b="b"/>
            <a:pathLst>
              <a:path w="1513374" h="1337273">
                <a:moveTo>
                  <a:pt x="0" y="0"/>
                </a:moveTo>
                <a:lnTo>
                  <a:pt x="1513374" y="0"/>
                </a:lnTo>
                <a:lnTo>
                  <a:pt x="1513374" y="1337273"/>
                </a:lnTo>
                <a:lnTo>
                  <a:pt x="0" y="13372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810542" y="695058"/>
            <a:ext cx="3710801" cy="4114800"/>
          </a:xfrm>
          <a:custGeom>
            <a:avLst/>
            <a:gdLst/>
            <a:ahLst/>
            <a:cxnLst/>
            <a:rect l="l" t="t" r="r" b="b"/>
            <a:pathLst>
              <a:path w="3710801" h="4114800">
                <a:moveTo>
                  <a:pt x="0" y="0"/>
                </a:moveTo>
                <a:lnTo>
                  <a:pt x="3710802" y="0"/>
                </a:lnTo>
                <a:lnTo>
                  <a:pt x="37108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12970121" y="9458147"/>
            <a:ext cx="644401" cy="602222"/>
          </a:xfrm>
          <a:custGeom>
            <a:avLst/>
            <a:gdLst/>
            <a:ahLst/>
            <a:cxnLst/>
            <a:rect l="l" t="t" r="r" b="b"/>
            <a:pathLst>
              <a:path w="644401" h="602222">
                <a:moveTo>
                  <a:pt x="0" y="0"/>
                </a:moveTo>
                <a:lnTo>
                  <a:pt x="644401" y="0"/>
                </a:lnTo>
                <a:lnTo>
                  <a:pt x="644401" y="602222"/>
                </a:lnTo>
                <a:lnTo>
                  <a:pt x="0" y="60222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5123675" y="9532139"/>
            <a:ext cx="857967" cy="415578"/>
          </a:xfrm>
          <a:custGeom>
            <a:avLst/>
            <a:gdLst/>
            <a:ahLst/>
            <a:cxnLst/>
            <a:rect l="l" t="t" r="r" b="b"/>
            <a:pathLst>
              <a:path w="857967" h="415578">
                <a:moveTo>
                  <a:pt x="0" y="0"/>
                </a:moveTo>
                <a:lnTo>
                  <a:pt x="857967" y="0"/>
                </a:lnTo>
                <a:lnTo>
                  <a:pt x="857967" y="415578"/>
                </a:lnTo>
                <a:lnTo>
                  <a:pt x="0" y="41557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rot="-6266293">
            <a:off x="16061143" y="-539440"/>
            <a:ext cx="1513374" cy="1337273"/>
          </a:xfrm>
          <a:custGeom>
            <a:avLst/>
            <a:gdLst/>
            <a:ahLst/>
            <a:cxnLst/>
            <a:rect l="l" t="t" r="r" b="b"/>
            <a:pathLst>
              <a:path w="1513374" h="1337273">
                <a:moveTo>
                  <a:pt x="0" y="0"/>
                </a:moveTo>
                <a:lnTo>
                  <a:pt x="1513374" y="0"/>
                </a:lnTo>
                <a:lnTo>
                  <a:pt x="1513374" y="1337272"/>
                </a:lnTo>
                <a:lnTo>
                  <a:pt x="0" y="13372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a:off x="3488018" y="7483051"/>
            <a:ext cx="1513374" cy="1337273"/>
          </a:xfrm>
          <a:custGeom>
            <a:avLst/>
            <a:gdLst/>
            <a:ahLst/>
            <a:cxnLst/>
            <a:rect l="l" t="t" r="r" b="b"/>
            <a:pathLst>
              <a:path w="1513374" h="1337273">
                <a:moveTo>
                  <a:pt x="0" y="0"/>
                </a:moveTo>
                <a:lnTo>
                  <a:pt x="1513375" y="0"/>
                </a:lnTo>
                <a:lnTo>
                  <a:pt x="1513375" y="1337273"/>
                </a:lnTo>
                <a:lnTo>
                  <a:pt x="0" y="13372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17481676" y="7920002"/>
            <a:ext cx="1513374" cy="1337273"/>
          </a:xfrm>
          <a:custGeom>
            <a:avLst/>
            <a:gdLst/>
            <a:ahLst/>
            <a:cxnLst/>
            <a:rect l="l" t="t" r="r" b="b"/>
            <a:pathLst>
              <a:path w="1513374" h="1337273">
                <a:moveTo>
                  <a:pt x="0" y="0"/>
                </a:moveTo>
                <a:lnTo>
                  <a:pt x="1513374" y="0"/>
                </a:lnTo>
                <a:lnTo>
                  <a:pt x="1513374" y="1337272"/>
                </a:lnTo>
                <a:lnTo>
                  <a:pt x="0" y="13372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a:off x="17481676" y="3877382"/>
            <a:ext cx="1513374" cy="1337273"/>
          </a:xfrm>
          <a:custGeom>
            <a:avLst/>
            <a:gdLst/>
            <a:ahLst/>
            <a:cxnLst/>
            <a:rect l="l" t="t" r="r" b="b"/>
            <a:pathLst>
              <a:path w="1513374" h="1337273">
                <a:moveTo>
                  <a:pt x="0" y="0"/>
                </a:moveTo>
                <a:lnTo>
                  <a:pt x="1513374" y="0"/>
                </a:lnTo>
                <a:lnTo>
                  <a:pt x="1513374" y="1337273"/>
                </a:lnTo>
                <a:lnTo>
                  <a:pt x="0" y="13372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Freeform 15"/>
          <p:cNvSpPr/>
          <p:nvPr/>
        </p:nvSpPr>
        <p:spPr>
          <a:xfrm rot="2921796">
            <a:off x="4146037" y="-619695"/>
            <a:ext cx="1513374" cy="1337273"/>
          </a:xfrm>
          <a:custGeom>
            <a:avLst/>
            <a:gdLst/>
            <a:ahLst/>
            <a:cxnLst/>
            <a:rect l="l" t="t" r="r" b="b"/>
            <a:pathLst>
              <a:path w="1513374" h="1337273">
                <a:moveTo>
                  <a:pt x="0" y="0"/>
                </a:moveTo>
                <a:lnTo>
                  <a:pt x="1513375" y="0"/>
                </a:lnTo>
                <a:lnTo>
                  <a:pt x="1513375" y="1337273"/>
                </a:lnTo>
                <a:lnTo>
                  <a:pt x="0" y="13372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rot="-6247378">
            <a:off x="9951658" y="-619695"/>
            <a:ext cx="1513374" cy="1337273"/>
          </a:xfrm>
          <a:custGeom>
            <a:avLst/>
            <a:gdLst/>
            <a:ahLst/>
            <a:cxnLst/>
            <a:rect l="l" t="t" r="r" b="b"/>
            <a:pathLst>
              <a:path w="1513374" h="1337273">
                <a:moveTo>
                  <a:pt x="0" y="0"/>
                </a:moveTo>
                <a:lnTo>
                  <a:pt x="1513374" y="0"/>
                </a:lnTo>
                <a:lnTo>
                  <a:pt x="1513374" y="1337273"/>
                </a:lnTo>
                <a:lnTo>
                  <a:pt x="0" y="13372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Freeform 17"/>
          <p:cNvSpPr/>
          <p:nvPr/>
        </p:nvSpPr>
        <p:spPr>
          <a:xfrm>
            <a:off x="13985997" y="9458147"/>
            <a:ext cx="761570" cy="563562"/>
          </a:xfrm>
          <a:custGeom>
            <a:avLst/>
            <a:gdLst/>
            <a:ahLst/>
            <a:cxnLst/>
            <a:rect l="l" t="t" r="r" b="b"/>
            <a:pathLst>
              <a:path w="761570" h="563562">
                <a:moveTo>
                  <a:pt x="0" y="0"/>
                </a:moveTo>
                <a:lnTo>
                  <a:pt x="761570" y="0"/>
                </a:lnTo>
                <a:lnTo>
                  <a:pt x="761570" y="563562"/>
                </a:lnTo>
                <a:lnTo>
                  <a:pt x="0" y="5635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8" name="Freeform 18"/>
          <p:cNvSpPr/>
          <p:nvPr/>
        </p:nvSpPr>
        <p:spPr>
          <a:xfrm>
            <a:off x="1028700" y="5479959"/>
            <a:ext cx="1404025" cy="1404025"/>
          </a:xfrm>
          <a:custGeom>
            <a:avLst/>
            <a:gdLst/>
            <a:ahLst/>
            <a:cxnLst/>
            <a:rect l="l" t="t" r="r" b="b"/>
            <a:pathLst>
              <a:path w="1404025" h="1404025">
                <a:moveTo>
                  <a:pt x="0" y="0"/>
                </a:moveTo>
                <a:lnTo>
                  <a:pt x="1404025" y="0"/>
                </a:lnTo>
                <a:lnTo>
                  <a:pt x="1404025" y="1404025"/>
                </a:lnTo>
                <a:lnTo>
                  <a:pt x="0" y="140402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9" name="Freeform 19"/>
          <p:cNvSpPr/>
          <p:nvPr/>
        </p:nvSpPr>
        <p:spPr>
          <a:xfrm>
            <a:off x="2989053" y="5853012"/>
            <a:ext cx="1489119" cy="657920"/>
          </a:xfrm>
          <a:custGeom>
            <a:avLst/>
            <a:gdLst/>
            <a:ahLst/>
            <a:cxnLst/>
            <a:rect l="l" t="t" r="r" b="b"/>
            <a:pathLst>
              <a:path w="1489119" h="657920">
                <a:moveTo>
                  <a:pt x="0" y="0"/>
                </a:moveTo>
                <a:lnTo>
                  <a:pt x="1489119" y="0"/>
                </a:lnTo>
                <a:lnTo>
                  <a:pt x="1489119" y="657920"/>
                </a:lnTo>
                <a:lnTo>
                  <a:pt x="0" y="65792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0" name="Freeform 20"/>
          <p:cNvSpPr/>
          <p:nvPr/>
        </p:nvSpPr>
        <p:spPr>
          <a:xfrm>
            <a:off x="3160564" y="7000847"/>
            <a:ext cx="1146097" cy="1587791"/>
          </a:xfrm>
          <a:custGeom>
            <a:avLst/>
            <a:gdLst/>
            <a:ahLst/>
            <a:cxnLst/>
            <a:rect l="l" t="t" r="r" b="b"/>
            <a:pathLst>
              <a:path w="1146097" h="1587791">
                <a:moveTo>
                  <a:pt x="0" y="0"/>
                </a:moveTo>
                <a:lnTo>
                  <a:pt x="1146097" y="0"/>
                </a:lnTo>
                <a:lnTo>
                  <a:pt x="1146097" y="1587791"/>
                </a:lnTo>
                <a:lnTo>
                  <a:pt x="0" y="158779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1" name="Freeform 21"/>
          <p:cNvSpPr/>
          <p:nvPr/>
        </p:nvSpPr>
        <p:spPr>
          <a:xfrm rot="-2700000">
            <a:off x="1101326" y="7174767"/>
            <a:ext cx="1404025" cy="1404025"/>
          </a:xfrm>
          <a:custGeom>
            <a:avLst/>
            <a:gdLst/>
            <a:ahLst/>
            <a:cxnLst/>
            <a:rect l="l" t="t" r="r" b="b"/>
            <a:pathLst>
              <a:path w="1404025" h="1404025">
                <a:moveTo>
                  <a:pt x="0" y="0"/>
                </a:moveTo>
                <a:lnTo>
                  <a:pt x="1404025" y="0"/>
                </a:lnTo>
                <a:lnTo>
                  <a:pt x="1404025" y="1404025"/>
                </a:lnTo>
                <a:lnTo>
                  <a:pt x="0" y="1404025"/>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grpSp>
        <p:nvGrpSpPr>
          <p:cNvPr id="22" name="Group 22"/>
          <p:cNvGrpSpPr/>
          <p:nvPr/>
        </p:nvGrpSpPr>
        <p:grpSpPr>
          <a:xfrm>
            <a:off x="3488018" y="7000847"/>
            <a:ext cx="555356" cy="555356"/>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A50"/>
            </a:solidFill>
            <a:ln w="57150" cap="sq">
              <a:solidFill>
                <a:srgbClr val="2D2828"/>
              </a:solidFill>
              <a:prstDash val="solid"/>
              <a:miter/>
            </a:ln>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3455934" y="8039775"/>
            <a:ext cx="555356" cy="555356"/>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A50"/>
            </a:solidFill>
            <a:ln w="57150" cap="sq">
              <a:solidFill>
                <a:srgbClr val="2D2828"/>
              </a:solidFill>
              <a:prstDash val="solid"/>
              <a:miter/>
            </a:ln>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8" name="Freeform 28"/>
          <p:cNvSpPr/>
          <p:nvPr/>
        </p:nvSpPr>
        <p:spPr>
          <a:xfrm>
            <a:off x="7348172" y="4911959"/>
            <a:ext cx="5054224" cy="1598973"/>
          </a:xfrm>
          <a:custGeom>
            <a:avLst/>
            <a:gdLst/>
            <a:ahLst/>
            <a:cxnLst/>
            <a:rect l="l" t="t" r="r" b="b"/>
            <a:pathLst>
              <a:path w="5054224" h="1598973">
                <a:moveTo>
                  <a:pt x="0" y="0"/>
                </a:moveTo>
                <a:lnTo>
                  <a:pt x="5054224" y="0"/>
                </a:lnTo>
                <a:lnTo>
                  <a:pt x="5054224" y="1598973"/>
                </a:lnTo>
                <a:lnTo>
                  <a:pt x="0" y="1598973"/>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29" name="Freeform 29"/>
          <p:cNvSpPr/>
          <p:nvPr/>
        </p:nvSpPr>
        <p:spPr>
          <a:xfrm>
            <a:off x="11802195" y="5711445"/>
            <a:ext cx="1200402" cy="1497100"/>
          </a:xfrm>
          <a:custGeom>
            <a:avLst/>
            <a:gdLst/>
            <a:ahLst/>
            <a:cxnLst/>
            <a:rect l="l" t="t" r="r" b="b"/>
            <a:pathLst>
              <a:path w="1200402" h="1497100">
                <a:moveTo>
                  <a:pt x="0" y="0"/>
                </a:moveTo>
                <a:lnTo>
                  <a:pt x="1200402" y="0"/>
                </a:lnTo>
                <a:lnTo>
                  <a:pt x="1200402" y="1497100"/>
                </a:lnTo>
                <a:lnTo>
                  <a:pt x="0" y="149710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30" name="TextBox 30"/>
          <p:cNvSpPr txBox="1"/>
          <p:nvPr/>
        </p:nvSpPr>
        <p:spPr>
          <a:xfrm>
            <a:off x="15981642" y="9163050"/>
            <a:ext cx="2061112" cy="1028700"/>
          </a:xfrm>
          <a:prstGeom prst="rect">
            <a:avLst/>
          </a:prstGeom>
        </p:spPr>
        <p:txBody>
          <a:bodyPr lIns="0" tIns="0" rIns="0" bIns="0" rtlCol="0" anchor="t">
            <a:spAutoFit/>
          </a:bodyPr>
          <a:lstStyle/>
          <a:p>
            <a:pPr algn="r">
              <a:lnSpc>
                <a:spcPts val="4480"/>
              </a:lnSpc>
            </a:pPr>
            <a:r>
              <a:rPr lang="en-US" sz="3200">
                <a:solidFill>
                  <a:srgbClr val="2D2828"/>
                </a:solidFill>
                <a:latin typeface="Canva Student Font"/>
                <a:ea typeface="Canva Student Font"/>
                <a:cs typeface="Canva Student Font"/>
                <a:sym typeface="Canva Student Font"/>
              </a:rPr>
              <a:t>9:57 am</a:t>
            </a:r>
          </a:p>
          <a:p>
            <a:pPr algn="r">
              <a:lnSpc>
                <a:spcPts val="3200"/>
              </a:lnSpc>
            </a:pPr>
            <a:r>
              <a:rPr lang="en-US" sz="3200">
                <a:solidFill>
                  <a:srgbClr val="2D2828"/>
                </a:solidFill>
                <a:latin typeface="Canva Student Font"/>
                <a:ea typeface="Canva Student Font"/>
                <a:cs typeface="Canva Student Font"/>
                <a:sym typeface="Canva Student Font"/>
              </a:rPr>
              <a:t>24/07/2025</a:t>
            </a:r>
          </a:p>
        </p:txBody>
      </p:sp>
      <p:sp>
        <p:nvSpPr>
          <p:cNvPr id="31" name="TextBox 31"/>
          <p:cNvSpPr txBox="1"/>
          <p:nvPr/>
        </p:nvSpPr>
        <p:spPr>
          <a:xfrm>
            <a:off x="5410199" y="1727351"/>
            <a:ext cx="8996239" cy="1774973"/>
          </a:xfrm>
          <a:prstGeom prst="rect">
            <a:avLst/>
          </a:prstGeom>
        </p:spPr>
        <p:txBody>
          <a:bodyPr wrap="square" lIns="0" tIns="0" rIns="0" bIns="0" rtlCol="0" anchor="t">
            <a:spAutoFit/>
          </a:bodyPr>
          <a:lstStyle/>
          <a:p>
            <a:pPr algn="ctr">
              <a:lnSpc>
                <a:spcPts val="14560"/>
              </a:lnSpc>
              <a:spcBef>
                <a:spcPct val="0"/>
              </a:spcBef>
            </a:pPr>
            <a:r>
              <a:rPr lang="en-US" sz="10400" dirty="0">
                <a:solidFill>
                  <a:srgbClr val="FFA4A0"/>
                </a:solidFill>
                <a:latin typeface="Archivo Black"/>
                <a:ea typeface="Archivo Black"/>
                <a:cs typeface="Archivo Black"/>
                <a:sym typeface="Archivo Black"/>
              </a:rPr>
              <a:t>Thank You!</a:t>
            </a:r>
          </a:p>
        </p:txBody>
      </p:sp>
      <p:sp>
        <p:nvSpPr>
          <p:cNvPr id="32" name="Freeform 32"/>
          <p:cNvSpPr/>
          <p:nvPr/>
        </p:nvSpPr>
        <p:spPr>
          <a:xfrm>
            <a:off x="1426012" y="9291514"/>
            <a:ext cx="4917093" cy="768855"/>
          </a:xfrm>
          <a:custGeom>
            <a:avLst/>
            <a:gdLst/>
            <a:ahLst/>
            <a:cxnLst/>
            <a:rect l="l" t="t" r="r" b="b"/>
            <a:pathLst>
              <a:path w="4917093" h="768855">
                <a:moveTo>
                  <a:pt x="0" y="0"/>
                </a:moveTo>
                <a:lnTo>
                  <a:pt x="4917094" y="0"/>
                </a:lnTo>
                <a:lnTo>
                  <a:pt x="4917094" y="768855"/>
                </a:lnTo>
                <a:lnTo>
                  <a:pt x="0" y="768855"/>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33" name="Freeform 33"/>
          <p:cNvSpPr/>
          <p:nvPr/>
        </p:nvSpPr>
        <p:spPr>
          <a:xfrm>
            <a:off x="409805" y="9265466"/>
            <a:ext cx="750099" cy="794903"/>
          </a:xfrm>
          <a:custGeom>
            <a:avLst/>
            <a:gdLst/>
            <a:ahLst/>
            <a:cxnLst/>
            <a:rect l="l" t="t" r="r" b="b"/>
            <a:pathLst>
              <a:path w="750099" h="794903">
                <a:moveTo>
                  <a:pt x="0" y="0"/>
                </a:moveTo>
                <a:lnTo>
                  <a:pt x="750099" y="0"/>
                </a:lnTo>
                <a:lnTo>
                  <a:pt x="750099" y="794903"/>
                </a:lnTo>
                <a:lnTo>
                  <a:pt x="0" y="794903"/>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580">
                                          <p:stCondLst>
                                            <p:cond delay="0"/>
                                          </p:stCondLst>
                                        </p:cTn>
                                        <p:tgtEl>
                                          <p:spTgt spid="31"/>
                                        </p:tgtEl>
                                      </p:cBhvr>
                                    </p:animEffect>
                                    <p:anim calcmode="lin" valueType="num">
                                      <p:cBhvr>
                                        <p:cTn id="8" dur="1822"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1"/>
                                        </p:tgtEl>
                                        <p:attrNameLst>
                                          <p:attrName>ppt_y</p:attrName>
                                        </p:attrNameLst>
                                      </p:cBhvr>
                                      <p:tavLst>
                                        <p:tav tm="0" fmla="#ppt_y-sin(pi*$)/81">
                                          <p:val>
                                            <p:fltVal val="0"/>
                                          </p:val>
                                        </p:tav>
                                        <p:tav tm="100000">
                                          <p:val>
                                            <p:fltVal val="1"/>
                                          </p:val>
                                        </p:tav>
                                      </p:tavLst>
                                    </p:anim>
                                    <p:animScale>
                                      <p:cBhvr>
                                        <p:cTn id="13" dur="26">
                                          <p:stCondLst>
                                            <p:cond delay="650"/>
                                          </p:stCondLst>
                                        </p:cTn>
                                        <p:tgtEl>
                                          <p:spTgt spid="31"/>
                                        </p:tgtEl>
                                      </p:cBhvr>
                                      <p:to x="100000" y="60000"/>
                                    </p:animScale>
                                    <p:animScale>
                                      <p:cBhvr>
                                        <p:cTn id="14" dur="166" decel="50000">
                                          <p:stCondLst>
                                            <p:cond delay="676"/>
                                          </p:stCondLst>
                                        </p:cTn>
                                        <p:tgtEl>
                                          <p:spTgt spid="31"/>
                                        </p:tgtEl>
                                      </p:cBhvr>
                                      <p:to x="100000" y="100000"/>
                                    </p:animScale>
                                    <p:animScale>
                                      <p:cBhvr>
                                        <p:cTn id="15" dur="26">
                                          <p:stCondLst>
                                            <p:cond delay="1312"/>
                                          </p:stCondLst>
                                        </p:cTn>
                                        <p:tgtEl>
                                          <p:spTgt spid="31"/>
                                        </p:tgtEl>
                                      </p:cBhvr>
                                      <p:to x="100000" y="80000"/>
                                    </p:animScale>
                                    <p:animScale>
                                      <p:cBhvr>
                                        <p:cTn id="16" dur="166" decel="50000">
                                          <p:stCondLst>
                                            <p:cond delay="1338"/>
                                          </p:stCondLst>
                                        </p:cTn>
                                        <p:tgtEl>
                                          <p:spTgt spid="31"/>
                                        </p:tgtEl>
                                      </p:cBhvr>
                                      <p:to x="100000" y="100000"/>
                                    </p:animScale>
                                    <p:animScale>
                                      <p:cBhvr>
                                        <p:cTn id="17" dur="26">
                                          <p:stCondLst>
                                            <p:cond delay="1642"/>
                                          </p:stCondLst>
                                        </p:cTn>
                                        <p:tgtEl>
                                          <p:spTgt spid="31"/>
                                        </p:tgtEl>
                                      </p:cBhvr>
                                      <p:to x="100000" y="90000"/>
                                    </p:animScale>
                                    <p:animScale>
                                      <p:cBhvr>
                                        <p:cTn id="18" dur="166" decel="50000">
                                          <p:stCondLst>
                                            <p:cond delay="1668"/>
                                          </p:stCondLst>
                                        </p:cTn>
                                        <p:tgtEl>
                                          <p:spTgt spid="31"/>
                                        </p:tgtEl>
                                      </p:cBhvr>
                                      <p:to x="100000" y="100000"/>
                                    </p:animScale>
                                    <p:animScale>
                                      <p:cBhvr>
                                        <p:cTn id="19" dur="26">
                                          <p:stCondLst>
                                            <p:cond delay="1808"/>
                                          </p:stCondLst>
                                        </p:cTn>
                                        <p:tgtEl>
                                          <p:spTgt spid="31"/>
                                        </p:tgtEl>
                                      </p:cBhvr>
                                      <p:to x="100000" y="95000"/>
                                    </p:animScale>
                                    <p:animScale>
                                      <p:cBhvr>
                                        <p:cTn id="20" dur="166" decel="50000">
                                          <p:stCondLst>
                                            <p:cond delay="1834"/>
                                          </p:stCondLst>
                                        </p:cTn>
                                        <p:tgtEl>
                                          <p:spTgt spid="31"/>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barn(inVertical)">
                                      <p:cBhvr>
                                        <p:cTn id="25" dur="500"/>
                                        <p:tgtEl>
                                          <p:spTgt spid="28"/>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nodeType="clickEffect">
                                  <p:stCondLst>
                                    <p:cond delay="0"/>
                                  </p:stCondLst>
                                  <p:childTnLst>
                                    <p:set>
                                      <p:cBhvr>
                                        <p:cTn id="29" dur="1" fill="hold">
                                          <p:stCondLst>
                                            <p:cond delay="0"/>
                                          </p:stCondLst>
                                        </p:cTn>
                                        <p:tgtEl>
                                          <p:spTgt spid="29"/>
                                        </p:tgtEl>
                                        <p:attrNameLst>
                                          <p:attrName>style.visibility</p:attrName>
                                        </p:attrNameLst>
                                      </p:cBhvr>
                                      <p:to>
                                        <p:strVal val="visible"/>
                                      </p:to>
                                    </p:set>
                                    <p:anim calcmode="lin" valueType="num">
                                      <p:cBhvr>
                                        <p:cTn id="30" dur="1000" fill="hold"/>
                                        <p:tgtEl>
                                          <p:spTgt spid="29"/>
                                        </p:tgtEl>
                                        <p:attrNameLst>
                                          <p:attrName>ppt_w</p:attrName>
                                        </p:attrNameLst>
                                      </p:cBhvr>
                                      <p:tavLst>
                                        <p:tav tm="0">
                                          <p:val>
                                            <p:fltVal val="0"/>
                                          </p:val>
                                        </p:tav>
                                        <p:tav tm="100000">
                                          <p:val>
                                            <p:strVal val="#ppt_w"/>
                                          </p:val>
                                        </p:tav>
                                      </p:tavLst>
                                    </p:anim>
                                    <p:anim calcmode="lin" valueType="num">
                                      <p:cBhvr>
                                        <p:cTn id="31" dur="1000" fill="hold"/>
                                        <p:tgtEl>
                                          <p:spTgt spid="29"/>
                                        </p:tgtEl>
                                        <p:attrNameLst>
                                          <p:attrName>ppt_h</p:attrName>
                                        </p:attrNameLst>
                                      </p:cBhvr>
                                      <p:tavLst>
                                        <p:tav tm="0">
                                          <p:val>
                                            <p:fltVal val="0"/>
                                          </p:val>
                                        </p:tav>
                                        <p:tav tm="100000">
                                          <p:val>
                                            <p:strVal val="#ppt_h"/>
                                          </p:val>
                                        </p:tav>
                                      </p:tavLst>
                                    </p:anim>
                                    <p:anim calcmode="lin" valueType="num">
                                      <p:cBhvr>
                                        <p:cTn id="32" dur="1000" fill="hold"/>
                                        <p:tgtEl>
                                          <p:spTgt spid="29"/>
                                        </p:tgtEl>
                                        <p:attrNameLst>
                                          <p:attrName>style.rotation</p:attrName>
                                        </p:attrNameLst>
                                      </p:cBhvr>
                                      <p:tavLst>
                                        <p:tav tm="0">
                                          <p:val>
                                            <p:fltVal val="90"/>
                                          </p:val>
                                        </p:tav>
                                        <p:tav tm="100000">
                                          <p:val>
                                            <p:fltVal val="0"/>
                                          </p:val>
                                        </p:tav>
                                      </p:tavLst>
                                    </p:anim>
                                    <p:animEffect transition="in" filter="fade">
                                      <p:cBhvr>
                                        <p:cTn id="33"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661</Words>
  <Application>Microsoft Office PowerPoint</Application>
  <PresentationFormat>Custom</PresentationFormat>
  <Paragraphs>52</Paragraphs>
  <Slides>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Anton</vt:lpstr>
      <vt:lpstr>Arial</vt:lpstr>
      <vt:lpstr>Calibri</vt:lpstr>
      <vt:lpstr>Archivo Black</vt:lpstr>
      <vt:lpstr>Paytone One</vt:lpstr>
      <vt:lpstr>Scripter</vt:lpstr>
      <vt:lpstr>Canva Student Font</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GMDAS Math Presentation in Pink Blue Yellow and Purple Cute Window Screen Style</dc:title>
  <cp:lastModifiedBy>nam thanhnam</cp:lastModifiedBy>
  <cp:revision>2</cp:revision>
  <dcterms:created xsi:type="dcterms:W3CDTF">2006-08-16T00:00:00Z</dcterms:created>
  <dcterms:modified xsi:type="dcterms:W3CDTF">2026-04-22T16:32:07Z</dcterms:modified>
  <dc:identifier>DAHHk0jxUr8</dc:identifier>
</cp:coreProperties>
</file>